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tx>
        <c:rich>
          <a:bodyPr rot="0"/>
          <a:lstStyle/>
          <a:p>
            <a:pPr>
              <a:defRPr sz="1300" b="0" u="none" strike="noStrike">
                <a:solidFill>
                  <a:srgbClr val="000000"/>
                </a:solidFill>
                <a:uFillTx/>
                <a:latin typeface="Arial"/>
              </a:defRPr>
            </a:pPr>
            <a:r>
              <a:rPr lang="fr-FR" sz="2400" b="0" u="none" strike="noStrike">
                <a:solidFill>
                  <a:schemeClr val="tx1">
                    <a:lumMod val="65000"/>
                    <a:lumOff val="35000"/>
                  </a:schemeClr>
                </a:solidFill>
                <a:uFillTx/>
                <a:latin typeface="Times New Roman"/>
              </a:rPr>
              <a:t>Evolution</a:t>
            </a:r>
            <a:r>
              <a:rPr lang="fr-FR" sz="2400" b="0" u="none" strike="noStrike">
                <a:solidFill>
                  <a:schemeClr val="tx1">
                    <a:lumMod val="65000"/>
                    <a:lumOff val="35000"/>
                  </a:schemeClr>
                </a:solidFill>
                <a:uFillTx/>
                <a:latin typeface="Times New Roman"/>
              </a:rPr>
              <a:t> de le production des dossiers maladies « CMIM »</a:t>
            </a:r>
          </a:p>
        </c:rich>
      </c:tx>
      <c:overlay val="0"/>
      <c:spPr>
        <a:noFill/>
        <a:ln w="0">
          <a:noFill/>
        </a:ln>
      </c:spPr>
    </c:title>
    <c:autoTitleDeleted val="0"/>
    <c:plotArea>
      <c:barChart>
        <c:barDir val="col"/>
        <c:grouping val="clustered"/>
        <c:varyColors val="0"/>
        <c:ser>
          <c:idx val="0"/>
          <c:order val="0"/>
          <c:tx>
            <c:strRef>
              <c:f>label 0</c:f>
              <c:strCache>
                <c:ptCount val="1"/>
                <c:pt idx="0">
                  <c:v>Nombre de dossiers numérisés</c:v>
                </c:pt>
              </c:strCache>
            </c:strRef>
          </c:tx>
          <c:spPr>
            <a:solidFill>
              <a:srgbClr val="5B9BD5"/>
            </a:solidFill>
            <a:ln w="12600">
              <a:noFill/>
            </a:ln>
          </c:spPr>
          <c:invertIfNegative val="0"/>
          <c:dPt>
            <c:idx val="0"/>
            <c:invertIfNegative val="0"/>
            <c:spPr>
              <a:solidFill>
                <a:srgbClr val="5B9BD5"/>
              </a:solidFill>
              <a:ln w="12600">
                <a:noFill/>
              </a:ln>
            </c:spPr>
          </c:dPt>
          <c:dPt>
            <c:idx val="1"/>
            <c:invertIfNegative val="0"/>
            <c:spPr>
              <a:solidFill>
                <a:srgbClr val="5B9BD5"/>
              </a:solidFill>
              <a:ln w="12600">
                <a:noFill/>
              </a:ln>
            </c:spPr>
          </c:dPt>
          <c:dPt>
            <c:idx val="2"/>
            <c:invertIfNegative val="0"/>
            <c:spPr>
              <a:solidFill>
                <a:srgbClr val="5B9BD5"/>
              </a:solidFill>
              <a:ln w="12600">
                <a:noFill/>
              </a:ln>
            </c:spPr>
          </c:dPt>
          <c:dPt>
            <c:idx val="3"/>
            <c:invertIfNegative val="0"/>
            <c:spPr>
              <a:solidFill>
                <a:srgbClr val="5B9BD5"/>
              </a:solidFill>
              <a:ln w="12600">
                <a:noFill/>
              </a:ln>
            </c:spPr>
          </c:dPt>
          <c:dPt>
            <c:idx val="4"/>
            <c:invertIfNegative val="0"/>
            <c:spPr>
              <a:solidFill>
                <a:srgbClr val="5B9BD5"/>
              </a:solidFill>
              <a:ln w="12600">
                <a:noFill/>
              </a:ln>
            </c:spPr>
          </c:dPt>
          <c:dLbls>
            <c:dLbl>
              <c:idx val="0"/>
              <c:layout>
                <c:manualLayout>
                  <c:x val="-0.0322307039864292"/>
                  <c:y val="-0.0491913401108069"/>
                </c:manualLayout>
              </c:layout>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dLbl>
            <c:dLbl>
              <c:idx val="1"/>
              <c:layout>
                <c:manualLayout>
                  <c:x val="-0.0305343511450381"/>
                  <c:y val="-0.0374791162749005"/>
                </c:manualLayout>
              </c:layout>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dLbl>
            <c:dLbl>
              <c:idx val="2"/>
              <c:layout>
                <c:manualLayout>
                  <c:x val="-0.0169635284139101"/>
                  <c:y val="-0.0585611191795321"/>
                </c:manualLayout>
              </c:layout>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dLbl>
            <c:dLbl>
              <c:idx val="3"/>
              <c:layout>
                <c:manualLayout>
                  <c:x val="-0.0186598812553012"/>
                  <c:y val="-0.0960402354544324"/>
                </c:manualLayout>
              </c:layout>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dLbl>
            <c:dLbl>
              <c:idx val="4"/>
              <c:layout>
                <c:manualLayout>
                  <c:x val="-0.0271416454622562"/>
                  <c:y val="-0.0655884534810758"/>
                </c:manualLayout>
              </c:layout>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dLbl>
            <c:numFmt formatCode="General" sourceLinked="0"/>
            <c:txPr>
              <a:bodyPr wrap="square"/>
              <a:lstStyle/>
              <a:p>
                <a:pPr>
                  <a:defRPr sz="1400" b="1" u="none" strike="noStrike">
                    <a:solidFill>
                      <a:schemeClr val="accent2">
                        <a:lumMod val="75000"/>
                      </a:schemeClr>
                    </a:solidFill>
                    <a:uFillTx/>
                    <a:latin typeface="Times New Roman"/>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trendline>
            <c:spPr>
              <a:ln cap="rnd" w="31680">
                <a:solidFill>
                  <a:schemeClr val="accent1"/>
                </a:solidFill>
                <a:prstDash val="sysDot"/>
                <a:round/>
              </a:ln>
            </c:spPr>
            <c:trendlineType val="poly"/>
            <c:order val="2"/>
            <c:forward val="0"/>
            <c:backward val="0"/>
            <c:dispRSqr val="0"/>
            <c:dispEq val="0"/>
          </c:trendline>
          <c:cat>
            <c:strRef>
              <c:f>categories</c:f>
              <c:strCache>
                <c:ptCount val="5"/>
                <c:pt idx="0">
                  <c:v>2019</c:v>
                </c:pt>
                <c:pt idx="1">
                  <c:v>2020</c:v>
                </c:pt>
                <c:pt idx="2">
                  <c:v>2021</c:v>
                </c:pt>
                <c:pt idx="3">
                  <c:v>2022</c:v>
                </c:pt>
                <c:pt idx="4">
                  <c:v>2023</c:v>
                </c:pt>
              </c:strCache>
            </c:strRef>
          </c:cat>
          <c:val>
            <c:numRef>
              <c:f>0</c:f>
              <c:numCache>
                <c:formatCode>General</c:formatCode>
                <c:ptCount val="5"/>
                <c:pt idx="0">
                  <c:v>353360</c:v>
                </c:pt>
                <c:pt idx="1">
                  <c:v>389680</c:v>
                </c:pt>
                <c:pt idx="2">
                  <c:v>460617</c:v>
                </c:pt>
                <c:pt idx="3">
                  <c:v>470833</c:v>
                </c:pt>
                <c:pt idx="4">
                  <c:v>474763</c:v>
                </c:pt>
              </c:numCache>
            </c:numRef>
          </c:val>
        </c:ser>
        <c:ser>
          <c:idx val="1"/>
          <c:order val="1"/>
          <c:tx>
            <c:strRef>
              <c:f>label 1</c:f>
              <c:strCache>
                <c:ptCount val="1"/>
                <c:pt idx="0">
                  <c:v>Nombre de pages numérisées</c:v>
                </c:pt>
              </c:strCache>
            </c:strRef>
          </c:tx>
          <c:spPr>
            <a:gradFill>
              <a:gsLst>
                <a:gs pos="0">
                  <a:srgbClr val="F08C56"/>
                </a:gs>
                <a:gs pos="50000">
                  <a:srgbClr val="F57A27"/>
                </a:gs>
                <a:gs pos="100000">
                  <a:srgbClr val="E46B19"/>
                </a:gs>
              </a:gsLst>
              <a:lin ang="5400000"/>
            </a:gradFill>
            <a:ln w="12600">
              <a:solidFill>
                <a:schemeClr val="accent1"/>
              </a:solidFill>
              <a:round/>
            </a:ln>
          </c:spPr>
          <c:invertIfNegative val="0"/>
          <c:dPt>
            <c:idx val="0"/>
            <c:invertIfNegative val="0"/>
            <c:spPr>
              <a:gradFill>
                <a:gsLst>
                  <a:gs pos="0">
                    <a:srgbClr val="F08C56"/>
                  </a:gs>
                  <a:gs pos="50000">
                    <a:srgbClr val="F57A27"/>
                  </a:gs>
                  <a:gs pos="100000">
                    <a:srgbClr val="E46B19"/>
                  </a:gs>
                </a:gsLst>
                <a:lin ang="5400000"/>
              </a:gradFill>
              <a:ln w="0">
                <a:solidFill>
                  <a:schemeClr val="accent1"/>
                </a:solidFill>
              </a:ln>
            </c:spPr>
          </c:dPt>
          <c:dPt>
            <c:idx val="1"/>
            <c:invertIfNegative val="0"/>
            <c:spPr>
              <a:gradFill>
                <a:gsLst>
                  <a:gs pos="0">
                    <a:srgbClr val="F08C56"/>
                  </a:gs>
                  <a:gs pos="50000">
                    <a:srgbClr val="F57A27"/>
                  </a:gs>
                  <a:gs pos="100000">
                    <a:srgbClr val="E46B19"/>
                  </a:gs>
                </a:gsLst>
                <a:lin ang="5400000"/>
              </a:gradFill>
              <a:ln w="0">
                <a:solidFill>
                  <a:schemeClr val="accent1"/>
                </a:solidFill>
              </a:ln>
            </c:spPr>
          </c:dPt>
          <c:dPt>
            <c:idx val="2"/>
            <c:invertIfNegative val="0"/>
            <c:spPr>
              <a:gradFill>
                <a:gsLst>
                  <a:gs pos="0">
                    <a:srgbClr val="F08C56"/>
                  </a:gs>
                  <a:gs pos="50000">
                    <a:srgbClr val="F57A27"/>
                  </a:gs>
                  <a:gs pos="100000">
                    <a:srgbClr val="E46B19"/>
                  </a:gs>
                </a:gsLst>
                <a:lin ang="5400000"/>
              </a:gradFill>
              <a:ln w="0">
                <a:solidFill>
                  <a:schemeClr val="accent1"/>
                </a:solidFill>
              </a:ln>
            </c:spPr>
          </c:dPt>
          <c:dPt>
            <c:idx val="3"/>
            <c:invertIfNegative val="0"/>
            <c:spPr>
              <a:gradFill>
                <a:gsLst>
                  <a:gs pos="0">
                    <a:srgbClr val="F08C56"/>
                  </a:gs>
                  <a:gs pos="50000">
                    <a:srgbClr val="F57A27"/>
                  </a:gs>
                  <a:gs pos="100000">
                    <a:srgbClr val="E46B19"/>
                  </a:gs>
                </a:gsLst>
                <a:lin ang="5400000"/>
              </a:gradFill>
              <a:ln w="0">
                <a:solidFill>
                  <a:schemeClr val="accent1"/>
                </a:solidFill>
              </a:ln>
            </c:spPr>
          </c:dPt>
          <c:dPt>
            <c:idx val="4"/>
            <c:invertIfNegative val="0"/>
            <c:spPr>
              <a:gradFill>
                <a:gsLst>
                  <a:gs pos="0">
                    <a:srgbClr val="F08C56"/>
                  </a:gs>
                  <a:gs pos="50000">
                    <a:srgbClr val="F57A27"/>
                  </a:gs>
                  <a:gs pos="100000">
                    <a:srgbClr val="E46B19"/>
                  </a:gs>
                </a:gsLst>
                <a:lin ang="5400000"/>
              </a:gradFill>
              <a:ln w="0">
                <a:solidFill>
                  <a:schemeClr val="accent1"/>
                </a:solidFill>
              </a:ln>
            </c:spPr>
          </c:dPt>
          <c:dLbls>
            <c:dLbl>
              <c:idx val="0"/>
              <c:layout>
                <c:manualLayout>
                  <c:x val="-0.0271416454622562"/>
                  <c:y val="-0.0515337848779881"/>
                </c:manualLayout>
              </c:layout>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dLbl>
            <c:dLbl>
              <c:idx val="1"/>
              <c:layout>
                <c:manualLayout>
                  <c:x val="-0.0339270568278203"/>
                  <c:y val="-0.0351366715077192"/>
                </c:manualLayout>
              </c:layout>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dLbl>
            <c:dLbl>
              <c:idx val="2"/>
              <c:layout>
                <c:manualLayout>
                  <c:x val="-0.0441051738761663"/>
                  <c:y val="-0.0351366715077192"/>
                </c:manualLayout>
              </c:layout>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dLbl>
            <c:dLbl>
              <c:idx val="3"/>
              <c:layout>
                <c:manualLayout>
                  <c:x val="-0.0508905852417303"/>
                  <c:y val="-0.0257668924389941"/>
                </c:manualLayout>
              </c:layout>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dLbl>
            <c:dLbl>
              <c:idx val="4"/>
              <c:layout>
                <c:manualLayout>
                  <c:x val="-0.00508905852417303"/>
                  <c:y val="-0.0238116182473792"/>
                </c:manualLayout>
              </c:layout>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dLbl>
            <c:numFmt formatCode="General" sourceLinked="0"/>
            <c:txPr>
              <a:bodyPr wrap="square"/>
              <a:lstStyle/>
              <a:p>
                <a:pPr>
                  <a:defRPr sz="1400" b="1" u="none" strike="noStrike">
                    <a:solidFill>
                      <a:schemeClr val="tx1">
                        <a:lumMod val="75000"/>
                        <a:lumOff val="25000"/>
                      </a:schemeClr>
                    </a:solidFill>
                    <a:uFillTx/>
                    <a:latin typeface="Times New Roman"/>
                  </a:defRPr>
                </a:pPr>
              </a:p>
            </c:txPr>
            <c:dLblPos val="outEnd"/>
            <c:showLegendKey val="0"/>
            <c:showVal val="1"/>
            <c:showCatName val="0"/>
            <c:showSerName val="0"/>
            <c:showPercent val="0"/>
            <c:separator>; </c:separator>
            <c:showLeaderLines val="1"/>
            <c:leaderLines>
              <c:spPr>
                <a:ln w="0">
                  <a:solidFill>
                    <a:schemeClr val="accent1"/>
                  </a:solidFill>
                </a:ln>
              </c:spPr>
            </c:leaderLines>
            <c:extLst>
              <c:ext xmlns:c15="http://schemas.microsoft.com/office/drawing/2012/chart" uri="{CE6537A1-D6FC-4f65-9D91-7224C49458BB}">
                <c15:showLeaderLines val="1"/>
              </c:ext>
            </c:extLst>
          </c:dLbls>
          <c:trendline>
            <c:spPr>
              <a:ln cap="rnd" w="25560">
                <a:solidFill>
                  <a:schemeClr val="accent2"/>
                </a:solidFill>
                <a:prstDash val="sysDot"/>
                <a:round/>
              </a:ln>
            </c:spPr>
            <c:trendlineType val="log"/>
            <c:forward val="0"/>
            <c:backward val="0"/>
            <c:dispRSqr val="0"/>
            <c:dispEq val="0"/>
          </c:trendline>
          <c:cat>
            <c:strRef>
              <c:f>categories</c:f>
              <c:strCache>
                <c:ptCount val="5"/>
                <c:pt idx="0">
                  <c:v>2019</c:v>
                </c:pt>
                <c:pt idx="1">
                  <c:v>2020</c:v>
                </c:pt>
                <c:pt idx="2">
                  <c:v>2021</c:v>
                </c:pt>
                <c:pt idx="3">
                  <c:v>2022</c:v>
                </c:pt>
                <c:pt idx="4">
                  <c:v>2023</c:v>
                </c:pt>
              </c:strCache>
            </c:strRef>
          </c:cat>
          <c:val>
            <c:numRef>
              <c:f>1</c:f>
              <c:numCache>
                <c:formatCode>General</c:formatCode>
                <c:ptCount val="5"/>
                <c:pt idx="0">
                  <c:v>1761634</c:v>
                </c:pt>
                <c:pt idx="1">
                  <c:v>2026686</c:v>
                </c:pt>
                <c:pt idx="2">
                  <c:v>2433062</c:v>
                </c:pt>
                <c:pt idx="3">
                  <c:v>2465784</c:v>
                </c:pt>
                <c:pt idx="4">
                  <c:v>2503167</c:v>
                </c:pt>
              </c:numCache>
            </c:numRef>
          </c:val>
        </c:ser>
        <c:gapWidth val="219"/>
        <c:overlap val="-28"/>
        <c:axId val="24047312"/>
        <c:axId val="18612576"/>
      </c:barChart>
      <c:catAx>
        <c:axId val="24047312"/>
        <c:scaling>
          <c:orientation val="minMax"/>
        </c:scaling>
        <c:delete val="0"/>
        <c:axPos val="b"/>
        <c:numFmt formatCode="General" sourceLinked="0"/>
        <c:majorTickMark val="none"/>
        <c:minorTickMark val="none"/>
        <c:tickLblPos val="nextTo"/>
        <c:spPr>
          <a:ln w="9360">
            <a:solidFill>
              <a:schemeClr val="dk1">
                <a:lumMod val="15000"/>
                <a:lumOff val="85000"/>
              </a:schemeClr>
            </a:solidFill>
            <a:round/>
          </a:ln>
        </c:spPr>
        <c:txPr>
          <a:bodyPr/>
          <a:lstStyle/>
          <a:p>
            <a:pPr>
              <a:defRPr sz="1400" b="0" u="none" strike="noStrike">
                <a:solidFill>
                  <a:schemeClr val="tx1">
                    <a:lumMod val="65000"/>
                    <a:lumOff val="35000"/>
                  </a:schemeClr>
                </a:solidFill>
                <a:uFillTx/>
                <a:latin typeface="Times New Roman"/>
              </a:defRPr>
            </a:pPr>
          </a:p>
        </c:txPr>
        <c:crossAx val="18612576"/>
        <c:crosses val="autoZero"/>
        <c:auto val="1"/>
        <c:lblAlgn val="ctr"/>
        <c:lblOffset val="100"/>
        <c:noMultiLvlLbl val="0"/>
      </c:catAx>
      <c:valAx>
        <c:axId val="18612576"/>
        <c:scaling>
          <c:orientation val="minMax"/>
        </c:scaling>
        <c:delete val="0"/>
        <c:axPos val="l"/>
        <c:majorGridlines>
          <c:spPr>
            <a:ln w="9360">
              <a:solidFill>
                <a:schemeClr val="dk1">
                  <a:lumMod val="15000"/>
                  <a:lumOff val="85000"/>
                </a:schemeClr>
              </a:solidFill>
              <a:round/>
            </a:ln>
          </c:spPr>
        </c:majorGridlines>
        <c:numFmt formatCode="General" sourceLinked="0"/>
        <c:majorTickMark val="none"/>
        <c:minorTickMark val="none"/>
        <c:tickLblPos val="nextTo"/>
        <c:spPr>
          <a:ln w="6480">
            <a:noFill/>
          </a:ln>
        </c:spPr>
        <c:txPr>
          <a:bodyPr/>
          <a:lstStyle/>
          <a:p>
            <a:pPr>
              <a:defRPr sz="1400" b="0" u="none" strike="noStrike">
                <a:solidFill>
                  <a:schemeClr val="tx1">
                    <a:lumMod val="65000"/>
                    <a:lumOff val="35000"/>
                  </a:schemeClr>
                </a:solidFill>
                <a:uFillTx/>
                <a:latin typeface="Times New Roman"/>
              </a:defRPr>
            </a:pPr>
          </a:p>
        </c:txPr>
        <c:crossAx val="24047312"/>
        <c:crosses val="autoZero"/>
        <c:crossBetween val="between"/>
      </c:valAx>
      <c:spPr>
        <a:noFill/>
        <a:ln w="0">
          <a:noFill/>
        </a:ln>
      </c:spPr>
    </c:plotArea>
    <c:legend>
      <c:legendPos val="b"/>
      <c:overlay val="0"/>
      <c:spPr>
        <a:noFill/>
        <a:ln w="0">
          <a:noFill/>
        </a:ln>
      </c:spPr>
      <c:txPr>
        <a:bodyPr/>
        <a:lstStyle/>
        <a:p>
          <a:pPr>
            <a:defRPr sz="1400" b="0" u="none" strike="noStrike">
              <a:solidFill>
                <a:schemeClr val="tx1">
                  <a:lumMod val="65000"/>
                  <a:lumOff val="35000"/>
                </a:schemeClr>
              </a:solidFill>
              <a:uFillTx/>
              <a:latin typeface="Times New Roman"/>
            </a:defRPr>
          </a:pPr>
        </a:p>
      </c:txPr>
    </c:legend>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schemeClr val="dk1">
        <a:lumMod val="65000"/>
        <a:lumOff val="35000"/>
      </a:schemeClr>
    </cs:fontRef>
    <a:defRPr sz="1000" b="0" u="none" strike="noStrike">
      <a:uFillTx/>
    </a:defRP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pPr>
            <a:r>
              <a:rPr lang="fr-FR" sz="7000" b="1" u="none" strike="noStrike">
                <a:solidFill>
                  <a:schemeClr val="lt1"/>
                </a:solidFill>
                <a:effectLst/>
                <a:uFillTx/>
                <a:latin typeface="Calibri Light"/>
              </a:rPr>
              <a:t>Cliquez pour déplacer la diapo</a:t>
            </a:r>
            <a:endParaRPr lang="fr-FR" sz="7000" b="1" u="none" strike="noStrike">
              <a:solidFill>
                <a:schemeClr val="lt1"/>
              </a:solidFill>
              <a:effectLst/>
              <a:uFillTx/>
              <a:latin typeface="Calibri Light"/>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B2DD73E2-E8AF-49E7-8712-B2D34AF7C83F}"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685800" y="1143000"/>
            <a:ext cx="5486040" cy="3085920"/>
          </a:xfrm>
          <a:prstGeom prst="rect">
            <a:avLst/>
          </a:prstGeom>
          <a:ln w="0">
            <a:noFill/>
          </a:ln>
        </p:spPr>
      </p:sp>
      <p:sp>
        <p:nvSpPr>
          <p:cNvPr id="1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109" name="PlaceHolder 3"/>
          <p:cNvSpPr>
            <a:spLocks noGrp="1"/>
          </p:cNvSpPr>
          <p:nvPr>
            <p:ph type="ftr" idx="37"/>
          </p:nvPr>
        </p:nvSpPr>
        <p:spPr>
          <a:xfrm>
            <a:off x="0" y="8685360"/>
            <a:ext cx="2971440" cy="458280"/>
          </a:xfrm>
          <a:prstGeom prst="rect">
            <a:avLst/>
          </a:prstGeom>
          <a:noFill/>
          <a:ln w="0">
            <a:noFill/>
          </a:ln>
        </p:spPr>
        <p:txBody>
          <a:bodyPr lIns="91440" tIns="45720" rIns="91440" bIns="45720" anchor="b">
            <a:noAutofit/>
          </a:bodyPr>
          <a:p>
            <a:pPr indent="0" algn="l">
              <a:buNone/>
            </a:pPr>
            <a:endParaRPr lang="fr-FR" sz="1200" b="0" u="none" strike="noStrike">
              <a:solidFill>
                <a:schemeClr val="dk1"/>
              </a:solidFill>
              <a:effectLst/>
              <a:uFillTx/>
              <a:latin typeface="+mn-lt"/>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6040" cy="3085920"/>
          </a:xfrm>
          <a:prstGeom prst="rect">
            <a:avLst/>
          </a:prstGeom>
          <a:ln w="0">
            <a:noFill/>
          </a:ln>
        </p:spPr>
      </p:sp>
      <p:sp>
        <p:nvSpPr>
          <p:cNvPr id="1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112" name="PlaceHolder 3"/>
          <p:cNvSpPr>
            <a:spLocks noGrp="1"/>
          </p:cNvSpPr>
          <p:nvPr>
            <p:ph type="ftr" idx="38"/>
          </p:nvPr>
        </p:nvSpPr>
        <p:spPr>
          <a:xfrm>
            <a:off x="0" y="8685360"/>
            <a:ext cx="2971440" cy="458280"/>
          </a:xfrm>
          <a:prstGeom prst="rect">
            <a:avLst/>
          </a:prstGeom>
          <a:noFill/>
          <a:ln w="0">
            <a:noFill/>
          </a:ln>
        </p:spPr>
        <p:txBody>
          <a:bodyPr lIns="91440" tIns="45720" rIns="91440" bIns="45720" anchor="b">
            <a:noAutofit/>
          </a:bodyPr>
          <a:p>
            <a:pPr indent="0" algn="l">
              <a:buNone/>
            </a:pPr>
            <a:endParaRPr lang="fr-FR" sz="1200" b="0" u="none" strike="noStrike">
              <a:solidFill>
                <a:schemeClr val="dk1"/>
              </a:solidFill>
              <a:effectLst/>
              <a:uFillTx/>
              <a:latin typeface="+mn-lt"/>
            </a:endParaRPr>
          </a:p>
        </p:txBody>
      </p:sp>
      <p:sp>
        <p:nvSpPr>
          <p:cNvPr id="113" name="PlaceHolder 4"/>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fr-FR" sz="1200" b="0" u="none" strike="noStrike">
                <a:solidFill>
                  <a:schemeClr val="dk1"/>
                </a:solidFill>
                <a:effectLst/>
                <a:uFillTx/>
                <a:latin typeface="+mn-lt"/>
                <a:ea typeface="+mn-ea"/>
              </a:defRPr>
            </a:lvl1pPr>
          </a:lstStyle>
          <a:p>
            <a:pPr indent="0" algn="r" defTabSz="914400">
              <a:lnSpc>
                <a:spcPct val="100000"/>
              </a:lnSpc>
              <a:buNone/>
            </a:pPr>
            <a:fld id="{87853E9B-7409-4D95-9D3F-EF8D41D3C655}"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6040" cy="3085920"/>
          </a:xfrm>
          <a:prstGeom prst="rect">
            <a:avLst/>
          </a:prstGeom>
          <a:ln w="0">
            <a:noFill/>
          </a:ln>
        </p:spPr>
      </p:sp>
      <p:sp>
        <p:nvSpPr>
          <p:cNvPr id="1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116"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fr-FR" sz="1200" b="0" u="none" strike="noStrike">
                <a:solidFill>
                  <a:schemeClr val="dk1"/>
                </a:solidFill>
                <a:effectLst/>
                <a:uFillTx/>
                <a:latin typeface="+mn-lt"/>
                <a:ea typeface="+mn-ea"/>
              </a:defRPr>
            </a:lvl1pPr>
          </a:lstStyle>
          <a:p>
            <a:pPr indent="0" algn="r" defTabSz="914400">
              <a:lnSpc>
                <a:spcPct val="100000"/>
              </a:lnSpc>
              <a:buNone/>
            </a:pPr>
            <a:fld id="{1A867CDE-8086-4537-AF20-ED632282E2A9}"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
        <p:nvSpPr>
          <p:cNvPr id="117" name="PlaceHolder 4"/>
          <p:cNvSpPr>
            <a:spLocks noGrp="1"/>
          </p:cNvSpPr>
          <p:nvPr>
            <p:ph type="ftr" idx="41"/>
          </p:nvPr>
        </p:nvSpPr>
        <p:spPr>
          <a:xfrm>
            <a:off x="0" y="8685360"/>
            <a:ext cx="2971440" cy="458280"/>
          </a:xfrm>
          <a:prstGeom prst="rect">
            <a:avLst/>
          </a:prstGeom>
          <a:noFill/>
          <a:ln w="0">
            <a:noFill/>
          </a:ln>
        </p:spPr>
        <p:txBody>
          <a:bodyPr lIns="91440" tIns="45720" rIns="91440" bIns="45720" anchor="b">
            <a:noAutofit/>
          </a:bodyPr>
          <a:p>
            <a:pPr indent="0" algn="l">
              <a:buNone/>
            </a:pPr>
            <a:endParaRPr lang="fr-FR" sz="1200" b="0" u="none" strike="noStrike">
              <a:solidFill>
                <a:schemeClr val="dk1"/>
              </a:solidFill>
              <a:effectLst/>
              <a:uFillTx/>
              <a:latin typeface="+mn-lt"/>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fr-FR" sz="6000" b="0" u="none" strike="noStrike">
                <a:solidFill>
                  <a:schemeClr val="dk1"/>
                </a:solidFill>
                <a:effectLst/>
                <a:uFillTx/>
                <a:latin typeface="Calibri Light"/>
              </a:defRPr>
            </a:lvl1pPr>
          </a:lstStyle>
          <a:p>
            <a:pPr indent="0" algn="ctr" defTabSz="914400">
              <a:lnSpc>
                <a:spcPct val="90000"/>
              </a:lnSpc>
              <a:buNone/>
            </a:pPr>
            <a:r>
              <a:rPr lang="fr-FR" sz="6000" b="0" u="none" strike="noStrike">
                <a:solidFill>
                  <a:schemeClr val="dk1"/>
                </a:solidFill>
                <a:effectLst/>
                <a:uFillTx/>
                <a:latin typeface="Calibri Light"/>
              </a:rPr>
              <a:t>Modifiez le style du titre</a:t>
            </a:r>
            <a:endParaRPr lang="fr-FR"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4BF9DAEE-7A3E-4DA8-9282-484FE5556337}"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a:t>
            </a:r>
            <a:r>
              <a:rPr lang="fr-FR" sz="4400" b="0" u="none" strike="noStrike">
                <a:solidFill>
                  <a:schemeClr val="dk1"/>
                </a:solidFill>
                <a:effectLst/>
                <a:uFillTx/>
                <a:latin typeface="Calibri Light"/>
              </a:rPr>
              <a:t>difi</a:t>
            </a:r>
            <a:r>
              <a:rPr lang="fr-FR" sz="4400" b="0" u="none" strike="noStrike">
                <a:solidFill>
                  <a:schemeClr val="dk1"/>
                </a:solidFill>
                <a:effectLst/>
                <a:uFillTx/>
                <a:latin typeface="Calibri Light"/>
              </a:rPr>
              <a:t>ez </a:t>
            </a:r>
            <a:r>
              <a:rPr lang="fr-FR" sz="4400" b="0" u="none" strike="noStrike">
                <a:solidFill>
                  <a:schemeClr val="dk1"/>
                </a:solidFill>
                <a:effectLst/>
                <a:uFillTx/>
                <a:latin typeface="Calibri Light"/>
              </a:rPr>
              <a:t>le </a:t>
            </a:r>
            <a:r>
              <a:rPr lang="fr-FR" sz="4400" b="0" u="none" strike="noStrike">
                <a:solidFill>
                  <a:schemeClr val="dk1"/>
                </a:solidFill>
                <a:effectLst/>
                <a:uFillTx/>
                <a:latin typeface="Calibri Light"/>
              </a:rPr>
              <a:t>styl</a:t>
            </a:r>
            <a:r>
              <a:rPr lang="fr-FR" sz="4400" b="0" u="none" strike="noStrike">
                <a:solidFill>
                  <a:schemeClr val="dk1"/>
                </a:solidFill>
                <a:effectLst/>
                <a:uFillTx/>
                <a:latin typeface="Calibri Light"/>
              </a:rPr>
              <a:t>e </a:t>
            </a:r>
            <a:r>
              <a:rPr lang="fr-FR" sz="4400" b="0" u="none" strike="noStrike">
                <a:solidFill>
                  <a:schemeClr val="dk1"/>
                </a:solidFill>
                <a:effectLst/>
                <a:uFillTx/>
                <a:latin typeface="Calibri Light"/>
              </a:rPr>
              <a:t>du </a:t>
            </a:r>
            <a:r>
              <a:rPr lang="fr-FR" sz="4400" b="0" u="none" strike="noStrike">
                <a:solidFill>
                  <a:schemeClr val="dk1"/>
                </a:solidFill>
                <a:effectLst/>
                <a:uFillTx/>
                <a:latin typeface="Calibri Light"/>
              </a:rPr>
              <a:t>titr</a:t>
            </a:r>
            <a:r>
              <a:rPr lang="fr-FR" sz="4400" b="0" u="none" strike="noStrike">
                <a:solidFill>
                  <a:schemeClr val="dk1"/>
                </a:solidFill>
                <a:effectLst/>
                <a:uFillTx/>
                <a:latin typeface="Calibri Light"/>
              </a:rPr>
              <a:t>e</a:t>
            </a:r>
            <a:endParaRPr lang="fr-FR" sz="4400" b="0" u="none" strike="noStrike">
              <a:solidFill>
                <a:schemeClr val="dk1"/>
              </a:solidFill>
              <a:effectLst/>
              <a:uFillTx/>
              <a:latin typeface="Calibri Light"/>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B8E7BF53-4D23-4AEB-B2C6-F555A47C64E3}"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a:t>
            </a:r>
            <a:r>
              <a:rPr lang="fr-FR" sz="4400" b="0" u="none" strike="noStrike">
                <a:solidFill>
                  <a:schemeClr val="dk1"/>
                </a:solidFill>
                <a:effectLst/>
                <a:uFillTx/>
                <a:latin typeface="Calibri Light"/>
              </a:rPr>
              <a:t>difie</a:t>
            </a:r>
            <a:r>
              <a:rPr lang="fr-FR" sz="4400" b="0" u="none" strike="noStrike">
                <a:solidFill>
                  <a:schemeClr val="dk1"/>
                </a:solidFill>
                <a:effectLst/>
                <a:uFillTx/>
                <a:latin typeface="Calibri Light"/>
              </a:rPr>
              <a:t>z le </a:t>
            </a:r>
            <a:r>
              <a:rPr lang="fr-FR" sz="4400" b="0" u="none" strike="noStrike">
                <a:solidFill>
                  <a:schemeClr val="dk1"/>
                </a:solidFill>
                <a:effectLst/>
                <a:uFillTx/>
                <a:latin typeface="Calibri Light"/>
              </a:rPr>
              <a:t>styl</a:t>
            </a:r>
            <a:r>
              <a:rPr lang="fr-FR" sz="4400" b="0" u="none" strike="noStrike">
                <a:solidFill>
                  <a:schemeClr val="dk1"/>
                </a:solidFill>
                <a:effectLst/>
                <a:uFillTx/>
                <a:latin typeface="Calibri Light"/>
              </a:rPr>
              <a:t>e du </a:t>
            </a:r>
            <a:r>
              <a:rPr lang="fr-FR" sz="4400" b="0" u="none" strike="noStrike">
                <a:solidFill>
                  <a:schemeClr val="dk1"/>
                </a:solidFill>
                <a:effectLst/>
                <a:uFillTx/>
                <a:latin typeface="Calibri Light"/>
              </a:rPr>
              <a:t>titre</a:t>
            </a:r>
            <a:endParaRPr lang="fr-FR" sz="4400" b="0" u="none" strike="noStrike">
              <a:solidFill>
                <a:schemeClr val="dk1"/>
              </a:solidFill>
              <a:effectLst/>
              <a:uFillTx/>
              <a:latin typeface="Calibri Light"/>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0FF1FEF8-CEB9-4CA4-875A-CA1787E892DF}"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avec imag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16" name="PlaceHolder 1"/>
          <p:cNvSpPr>
            <a:spLocks noGrp="1"/>
          </p:cNvSpPr>
          <p:nvPr>
            <p:ph type="body" hasCustomPrompt="1"/>
          </p:nvPr>
        </p:nvSpPr>
        <p:spPr>
          <a:xfrm>
            <a:off x="3033360" y="0"/>
            <a:ext cx="9155160" cy="6857640"/>
          </a:xfrm>
          <a:prstGeom prst="rect">
            <a:avLst/>
          </a:prstGeom>
          <a:solidFill>
            <a:schemeClr val="lt1">
              <a:lumMod val="65000"/>
            </a:schemeClr>
          </a:solidFill>
          <a:ln w="0">
            <a:noFill/>
          </a:ln>
        </p:spPr>
        <p:txBody>
          <a:bodyPr lIns="90000" tIns="45000" rIns="90000" bIns="45000" anchor="ctr">
            <a:noAutofit/>
          </a:bodyPr>
          <a:lstStyle>
            <a:lvl1pPr indent="0" algn="ctr" defTabSz="914400">
              <a:lnSpc>
                <a:spcPct val="100000"/>
              </a:lnSpc>
              <a:buNone/>
              <a:tabLst>
                <a:tab pos="0" algn="l"/>
              </a:tabLst>
              <a:defRPr lang="fr-FR" sz="1400" b="0" u="none" strike="noStrike">
                <a:solidFill>
                  <a:schemeClr val="dk1"/>
                </a:solidFill>
                <a:effectLst/>
                <a:uFillTx/>
                <a:latin typeface="Calibri"/>
              </a:defRPr>
            </a:lvl1pPr>
          </a:lstStyle>
          <a:p>
            <a:pPr indent="0" algn="ctr" defTabSz="914400">
              <a:lnSpc>
                <a:spcPct val="100000"/>
              </a:lnSpc>
              <a:buNone/>
              <a:tabLst>
                <a:tab pos="0" algn="l"/>
              </a:tabLst>
            </a:pPr>
            <a:r>
              <a:rPr lang="fr-FR" sz="1400" b="0" u="none" strike="noStrike">
                <a:solidFill>
                  <a:schemeClr val="dk1"/>
                </a:solidFill>
                <a:effectLst/>
                <a:uFillTx/>
                <a:latin typeface="Calibri"/>
              </a:rPr>
              <a:t>Cliquez sur l’icône pour ajouter une image</a:t>
            </a:r>
            <a:endParaRPr lang="fr-FR" sz="1400" b="0" u="none" strike="noStrike">
              <a:solidFill>
                <a:schemeClr val="lt2"/>
              </a:solidFill>
              <a:effectLst/>
              <a:uFillTx/>
              <a:latin typeface="Calibri"/>
            </a:endParaRPr>
          </a:p>
        </p:txBody>
      </p:sp>
      <p:sp>
        <p:nvSpPr>
          <p:cNvPr id="17" name="Graphisme 19"/>
          <p:cNvSpPr/>
          <p:nvPr/>
        </p:nvSpPr>
        <p:spPr>
          <a:xfrm>
            <a:off x="-10800" y="3369600"/>
            <a:ext cx="3722040" cy="143640"/>
          </a:xfrm>
          <a:custGeom>
            <a:avLst/>
            <a:gdLst>
              <a:gd name="textAreaLeft" fmla="*/ 0 w 3722040"/>
              <a:gd name="textAreaRight" fmla="*/ 3722400 w 3722040"/>
              <a:gd name="textAreaTop" fmla="*/ 0 h 143640"/>
              <a:gd name="textAreaBottom" fmla="*/ 144000 h 143640"/>
              <a:gd name="GluePoint1X" fmla="*/ 7144 w 2800350"/>
              <a:gd name="GluePoint1Y" fmla="*/ 7144 h 114300"/>
              <a:gd name="GluePoint2X" fmla="*/ 7144 w 2800350"/>
              <a:gd name="GluePoint2Y" fmla="*/ 115729 h 114300"/>
              <a:gd name="GluePoint3X" fmla="*/ 2726531 w 2800350"/>
              <a:gd name="GluePoint3Y" fmla="*/ 115729 h 114300"/>
              <a:gd name="GluePoint4X" fmla="*/ 2797969 w 2800350"/>
              <a:gd name="GluePoint4Y" fmla="*/ 7144 h 1143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350" h="114300">
                <a:moveTo>
                  <a:pt x="7144" y="7144"/>
                </a:moveTo>
                <a:lnTo>
                  <a:pt x="7144" y="115729"/>
                </a:lnTo>
                <a:lnTo>
                  <a:pt x="2726531" y="115729"/>
                </a:lnTo>
                <a:lnTo>
                  <a:pt x="2797969" y="7144"/>
                </a:lnTo>
                <a:close/>
              </a:path>
            </a:pathLst>
          </a:custGeom>
          <a:solidFill>
            <a:schemeClr val="lt2">
              <a:alpha val="70000"/>
            </a:schemeClr>
          </a:solidFill>
          <a:ln w="9525">
            <a:noFill/>
          </a:ln>
        </p:spPr>
        <p:style>
          <a:lnRef idx="0"/>
          <a:fillRef idx="0"/>
          <a:effectRef idx="0"/>
          <a:fontRef idx="minor"/>
        </p:style>
        <p:txBody>
          <a:bodyPr lIns="90000" tIns="45000" rIns="90000" bIns="45000" anchor="ctr">
            <a:noAutofit/>
          </a:bodyPr>
          <a:p>
            <a:pPr defTabSz="914400">
              <a:lnSpc>
                <a:spcPct val="100000"/>
              </a:lnSpc>
            </a:pPr>
            <a:r>
              <a:rPr lang="fr-FR" sz="1800" b="0" u="none" strike="noStrike">
                <a:solidFill>
                  <a:schemeClr val="dk1"/>
                </a:solidFill>
                <a:effectLst/>
                <a:uFillTx/>
                <a:latin typeface="Calibri"/>
              </a:rPr>
              <a:t> </a:t>
            </a:r>
            <a:endParaRPr lang="fr-FR" sz="1800" b="0" u="none" strike="noStrike">
              <a:solidFill>
                <a:srgbClr val="000000"/>
              </a:solidFill>
              <a:effectLst/>
              <a:uFillTx/>
              <a:latin typeface="Arial"/>
            </a:endParaRPr>
          </a:p>
        </p:txBody>
      </p:sp>
      <p:sp>
        <p:nvSpPr>
          <p:cNvPr id="18" name="PlaceHolder 2"/>
          <p:cNvSpPr>
            <a:spLocks noGrp="1"/>
          </p:cNvSpPr>
          <p:nvPr>
            <p:ph type="title" hasCustomPrompt="1"/>
          </p:nvPr>
        </p:nvSpPr>
        <p:spPr>
          <a:xfrm>
            <a:off x="770040" y="1096200"/>
            <a:ext cx="10510560" cy="2280960"/>
          </a:xfrm>
          <a:prstGeom prst="rect">
            <a:avLst/>
          </a:prstGeom>
          <a:noFill/>
          <a:ln w="0">
            <a:noFill/>
          </a:ln>
        </p:spPr>
        <p:txBody>
          <a:bodyPr lIns="91440" tIns="45720" rIns="91440" bIns="45720" anchor="ctr">
            <a:noAutofit/>
          </a:bodyPr>
          <a:lstStyle>
            <a:lvl1pPr indent="0" algn="l" defTabSz="914400">
              <a:lnSpc>
                <a:spcPct val="90000"/>
              </a:lnSpc>
              <a:buNone/>
              <a:defRPr lang="fr-FR" sz="7000" b="1" u="none" strike="noStrike">
                <a:solidFill>
                  <a:schemeClr val="lt1"/>
                </a:solidFill>
                <a:effectLst/>
                <a:uFillTx/>
                <a:latin typeface="Calibri Light"/>
              </a:defRPr>
            </a:lvl1pPr>
          </a:lstStyle>
          <a:p>
            <a:pPr indent="0" algn="l" defTabSz="914400">
              <a:lnSpc>
                <a:spcPct val="90000"/>
              </a:lnSpc>
              <a:buNone/>
            </a:pPr>
            <a:r>
              <a:rPr lang="fr-FR" sz="7000" b="1" u="none" strike="noStrike">
                <a:solidFill>
                  <a:schemeClr val="lt1"/>
                </a:solidFill>
                <a:effectLst/>
                <a:uFillTx/>
                <a:latin typeface="Calibri Light"/>
              </a:rPr>
              <a:t>P</a:t>
            </a:r>
            <a:r>
              <a:rPr lang="fr-FR" sz="7000" b="1" u="none" strike="noStrike">
                <a:solidFill>
                  <a:schemeClr val="lt1"/>
                </a:solidFill>
                <a:effectLst/>
                <a:uFillTx/>
                <a:latin typeface="Calibri Light"/>
              </a:rPr>
              <a:t>R</a:t>
            </a:r>
            <a:r>
              <a:rPr lang="fr-FR" sz="7000" b="1" u="none" strike="noStrike">
                <a:solidFill>
                  <a:schemeClr val="lt1"/>
                </a:solidFill>
                <a:effectLst/>
                <a:uFillTx/>
                <a:latin typeface="Calibri Light"/>
              </a:rPr>
              <a:t>ÉS</a:t>
            </a:r>
            <a:r>
              <a:rPr lang="fr-FR" sz="7000" b="1" u="none" strike="noStrike">
                <a:solidFill>
                  <a:schemeClr val="lt1"/>
                </a:solidFill>
                <a:effectLst/>
                <a:uFillTx/>
                <a:latin typeface="Calibri Light"/>
              </a:rPr>
              <a:t>E</a:t>
            </a:r>
            <a:r>
              <a:rPr lang="fr-FR" sz="7000" b="1" u="none" strike="noStrike">
                <a:solidFill>
                  <a:schemeClr val="lt1"/>
                </a:solidFill>
                <a:effectLst/>
                <a:uFillTx/>
                <a:latin typeface="Calibri Light"/>
              </a:rPr>
              <a:t>N</a:t>
            </a:r>
            <a:r>
              <a:rPr lang="fr-FR" sz="7000" b="1" u="none" strike="noStrike">
                <a:solidFill>
                  <a:schemeClr val="lt1"/>
                </a:solidFill>
                <a:effectLst/>
                <a:uFillTx/>
                <a:latin typeface="Calibri Light"/>
              </a:rPr>
              <a:t>TA</a:t>
            </a:r>
            <a:r>
              <a:rPr lang="fr-FR" sz="7000" b="1" u="none" strike="noStrike">
                <a:solidFill>
                  <a:schemeClr val="lt1"/>
                </a:solidFill>
                <a:effectLst/>
                <a:uFillTx/>
                <a:latin typeface="Calibri Light"/>
              </a:rPr>
              <a:t>TI</a:t>
            </a:r>
            <a:r>
              <a:rPr lang="fr-FR" sz="7000" b="1" u="none" strike="noStrike">
                <a:solidFill>
                  <a:schemeClr val="lt1"/>
                </a:solidFill>
                <a:effectLst/>
                <a:uFillTx/>
                <a:latin typeface="Calibri Light"/>
              </a:rPr>
              <a:t>O</a:t>
            </a:r>
            <a:r>
              <a:rPr lang="fr-FR" sz="7000" b="1" u="none" strike="noStrike">
                <a:solidFill>
                  <a:schemeClr val="lt1"/>
                </a:solidFill>
                <a:effectLst/>
                <a:uFillTx/>
                <a:latin typeface="Calibri Light"/>
              </a:rPr>
              <a:t>N</a:t>
            </a:r>
            <a:br>
              <a:rPr sz="7000"/>
            </a:br>
            <a:r>
              <a:rPr lang="fr-FR" sz="7000" b="1" u="none" strike="noStrike">
                <a:solidFill>
                  <a:schemeClr val="lt1"/>
                </a:solidFill>
                <a:effectLst/>
                <a:uFillTx/>
                <a:latin typeface="Calibri Light"/>
              </a:rPr>
              <a:t>TI</a:t>
            </a:r>
            <a:r>
              <a:rPr lang="fr-FR" sz="7000" b="1" u="none" strike="noStrike">
                <a:solidFill>
                  <a:schemeClr val="lt1"/>
                </a:solidFill>
                <a:effectLst/>
                <a:uFillTx/>
                <a:latin typeface="Calibri Light"/>
              </a:rPr>
              <a:t>T</a:t>
            </a:r>
            <a:r>
              <a:rPr lang="fr-FR" sz="7000" b="1" u="none" strike="noStrike">
                <a:solidFill>
                  <a:schemeClr val="lt1"/>
                </a:solidFill>
                <a:effectLst/>
                <a:uFillTx/>
                <a:latin typeface="Calibri Light"/>
              </a:rPr>
              <a:t>R</a:t>
            </a:r>
            <a:r>
              <a:rPr lang="fr-FR" sz="7000" b="1" u="none" strike="noStrike">
                <a:solidFill>
                  <a:schemeClr val="lt1"/>
                </a:solidFill>
                <a:effectLst/>
                <a:uFillTx/>
                <a:latin typeface="Calibri Light"/>
              </a:rPr>
              <a:t>E</a:t>
            </a:r>
            <a:endParaRPr lang="fr-FR" sz="7000" b="1" u="none" strike="noStrike">
              <a:solidFill>
                <a:schemeClr val="lt1"/>
              </a:solidFill>
              <a:effectLst/>
              <a:uFillTx/>
              <a:latin typeface="Calibri Light"/>
            </a:endParaRPr>
          </a:p>
        </p:txBody>
      </p:sp>
      <p:sp>
        <p:nvSpPr>
          <p:cNvPr id="19" name="PlaceHolder 3"/>
          <p:cNvSpPr>
            <a:spLocks noGrp="1"/>
          </p:cNvSpPr>
          <p:nvPr>
            <p:ph type="body" hasCustomPrompt="1"/>
          </p:nvPr>
        </p:nvSpPr>
        <p:spPr>
          <a:xfrm>
            <a:off x="770040" y="3773520"/>
            <a:ext cx="10090080" cy="11016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3500" b="0" u="none" strike="noStrike">
                <a:solidFill>
                  <a:schemeClr val="dk2"/>
                </a:solidFill>
                <a:effectLst/>
                <a:uFillTx/>
                <a:latin typeface="Calibri"/>
              </a:defRPr>
            </a:lvl1pPr>
          </a:lstStyle>
          <a:p>
            <a:pPr indent="0" algn="l" defTabSz="914400">
              <a:lnSpc>
                <a:spcPct val="90000"/>
              </a:lnSpc>
              <a:spcBef>
                <a:spcPts val="1001"/>
              </a:spcBef>
              <a:buNone/>
              <a:tabLst>
                <a:tab pos="0" algn="l"/>
              </a:tabLst>
            </a:pPr>
            <a:r>
              <a:rPr lang="fr-FR" sz="3500" b="0" u="none" strike="noStrike">
                <a:solidFill>
                  <a:schemeClr val="dk2"/>
                </a:solidFill>
                <a:effectLst/>
                <a:uFillTx/>
                <a:latin typeface="Calibri"/>
              </a:rPr>
              <a:t>Présentation</a:t>
            </a:r>
            <a:br>
              <a:rPr sz="3500"/>
            </a:br>
            <a:r>
              <a:rPr lang="fr-FR" sz="3500" b="0" u="none" strike="noStrike">
                <a:solidFill>
                  <a:schemeClr val="dk2"/>
                </a:solidFill>
                <a:effectLst/>
                <a:uFillTx/>
                <a:latin typeface="Calibri"/>
              </a:rPr>
              <a:t>Slogan</a:t>
            </a:r>
            <a:endParaRPr lang="fr-FR" sz="3500" b="0" u="none" strike="noStrike">
              <a:solidFill>
                <a:schemeClr val="lt2"/>
              </a:solidFill>
              <a:effectLst/>
              <a:uFillTx/>
              <a:latin typeface="Calibri"/>
            </a:endParaRPr>
          </a:p>
        </p:txBody>
      </p:sp>
      <p:sp>
        <p:nvSpPr>
          <p:cNvPr id="20" name="PlaceHolder 4"/>
          <p:cNvSpPr>
            <a:spLocks noGrp="1"/>
          </p:cNvSpPr>
          <p:nvPr>
            <p:ph type="body" hasCustomPrompt="1"/>
          </p:nvPr>
        </p:nvSpPr>
        <p:spPr>
          <a:xfrm>
            <a:off x="770040" y="5451840"/>
            <a:ext cx="4367160" cy="3240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200" b="1" u="none" strike="noStrike">
                <a:solidFill>
                  <a:schemeClr val="lt2"/>
                </a:solidFill>
                <a:effectLst/>
                <a:uFillTx/>
                <a:latin typeface="Calibri"/>
              </a:defRPr>
            </a:lvl1pPr>
          </a:lstStyle>
          <a:p>
            <a:pPr indent="0" algn="l" defTabSz="914400">
              <a:lnSpc>
                <a:spcPct val="90000"/>
              </a:lnSpc>
              <a:spcBef>
                <a:spcPts val="1001"/>
              </a:spcBef>
              <a:buNone/>
              <a:tabLst>
                <a:tab pos="0" algn="l"/>
              </a:tabLst>
            </a:pPr>
            <a:r>
              <a:rPr lang="fr-FR" sz="2200" b="1" u="none" strike="noStrike">
                <a:solidFill>
                  <a:schemeClr val="lt2"/>
                </a:solidFill>
                <a:effectLst/>
                <a:uFillTx/>
                <a:latin typeface="Calibri"/>
              </a:rPr>
              <a:t>20XX</a:t>
            </a:r>
            <a:endParaRPr lang="fr-FR" sz="2200" b="0" u="none" strike="noStrike">
              <a:solidFill>
                <a:schemeClr val="lt2"/>
              </a:solidFill>
              <a:effectLst/>
              <a:uFillTx/>
              <a:latin typeface="Calibri"/>
            </a:endParaRPr>
          </a:p>
        </p:txBody>
      </p:sp>
      <p:sp>
        <p:nvSpPr>
          <p:cNvPr id="21" name="PlaceHolder 5"/>
          <p:cNvSpPr>
            <a:spLocks noGrp="1"/>
          </p:cNvSpPr>
          <p:nvPr>
            <p:ph type="body" hasCustomPrompt="1"/>
          </p:nvPr>
        </p:nvSpPr>
        <p:spPr>
          <a:xfrm>
            <a:off x="770040" y="5105520"/>
            <a:ext cx="4367160" cy="3240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200" b="0" u="none" strike="noStrike">
                <a:solidFill>
                  <a:schemeClr val="lt2"/>
                </a:solidFill>
                <a:effectLst/>
                <a:uFillTx/>
                <a:latin typeface="Calibri"/>
              </a:defRPr>
            </a:lvl1pPr>
          </a:lstStyle>
          <a:p>
            <a:pPr indent="0" algn="l" defTabSz="914400">
              <a:lnSpc>
                <a:spcPct val="90000"/>
              </a:lnSpc>
              <a:spcBef>
                <a:spcPts val="1001"/>
              </a:spcBef>
              <a:buNone/>
              <a:tabLst>
                <a:tab pos="0" algn="l"/>
              </a:tabLst>
            </a:pPr>
            <a:r>
              <a:rPr lang="fr-FR" sz="2200" b="0" u="none" strike="noStrike">
                <a:solidFill>
                  <a:schemeClr val="lt2"/>
                </a:solidFill>
                <a:effectLst/>
                <a:uFillTx/>
                <a:latin typeface="Calibri"/>
              </a:rPr>
              <a:t>Mois</a:t>
            </a:r>
            <a:endParaRPr lang="fr-FR" sz="2200" b="0" u="none" strike="noStrike">
              <a:solidFill>
                <a:schemeClr val="lt2"/>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a:t>
            </a:r>
            <a:r>
              <a:rPr lang="fr-FR" sz="4400" b="0" u="none" strike="noStrike">
                <a:solidFill>
                  <a:schemeClr val="dk1"/>
                </a:solidFill>
                <a:effectLst/>
                <a:uFillTx/>
                <a:latin typeface="Calibri Light"/>
              </a:rPr>
              <a:t>difi</a:t>
            </a:r>
            <a:r>
              <a:rPr lang="fr-FR" sz="4400" b="0" u="none" strike="noStrike">
                <a:solidFill>
                  <a:schemeClr val="dk1"/>
                </a:solidFill>
                <a:effectLst/>
                <a:uFillTx/>
                <a:latin typeface="Calibri Light"/>
              </a:rPr>
              <a:t>ez </a:t>
            </a:r>
            <a:r>
              <a:rPr lang="fr-FR" sz="4400" b="0" u="none" strike="noStrike">
                <a:solidFill>
                  <a:schemeClr val="dk1"/>
                </a:solidFill>
                <a:effectLst/>
                <a:uFillTx/>
                <a:latin typeface="Calibri Light"/>
              </a:rPr>
              <a:t>le </a:t>
            </a:r>
            <a:r>
              <a:rPr lang="fr-FR" sz="4400" b="0" u="none" strike="noStrike">
                <a:solidFill>
                  <a:schemeClr val="dk1"/>
                </a:solidFill>
                <a:effectLst/>
                <a:uFillTx/>
                <a:latin typeface="Calibri Light"/>
              </a:rPr>
              <a:t>styl</a:t>
            </a:r>
            <a:r>
              <a:rPr lang="fr-FR" sz="4400" b="0" u="none" strike="noStrike">
                <a:solidFill>
                  <a:schemeClr val="dk1"/>
                </a:solidFill>
                <a:effectLst/>
                <a:uFillTx/>
                <a:latin typeface="Calibri Light"/>
              </a:rPr>
              <a:t>e </a:t>
            </a:r>
            <a:r>
              <a:rPr lang="fr-FR" sz="4400" b="0" u="none" strike="noStrike">
                <a:solidFill>
                  <a:schemeClr val="dk1"/>
                </a:solidFill>
                <a:effectLst/>
                <a:uFillTx/>
                <a:latin typeface="Calibri Light"/>
              </a:rPr>
              <a:t>du </a:t>
            </a:r>
            <a:r>
              <a:rPr lang="fr-FR" sz="4400" b="0" u="none" strike="noStrike">
                <a:solidFill>
                  <a:schemeClr val="dk1"/>
                </a:solidFill>
                <a:effectLst/>
                <a:uFillTx/>
                <a:latin typeface="Calibri Light"/>
              </a:rPr>
              <a:t>titr</a:t>
            </a:r>
            <a:r>
              <a:rPr lang="fr-FR" sz="4400" b="0" u="none" strike="noStrike">
                <a:solidFill>
                  <a:schemeClr val="dk1"/>
                </a:solidFill>
                <a:effectLst/>
                <a:uFillTx/>
                <a:latin typeface="Calibri Light"/>
              </a:rPr>
              <a:t>e</a:t>
            </a:r>
            <a:endParaRPr lang="fr-FR" sz="4400" b="0" u="none" strike="noStrike">
              <a:solidFill>
                <a:schemeClr val="dk1"/>
              </a:solidFill>
              <a:effectLst/>
              <a:uFillTx/>
              <a:latin typeface="Calibri Light"/>
            </a:endParaRPr>
          </a:p>
        </p:txBody>
      </p:sp>
      <p:sp>
        <p:nvSpPr>
          <p:cNvPr id="2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24"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25"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6"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6820D2E7-7680-4153-8F8A-83B292B746FF}"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fr-FR" sz="6000" b="0" u="none" strike="noStrike">
                <a:solidFill>
                  <a:schemeClr val="dk1"/>
                </a:solidFill>
                <a:effectLst/>
                <a:uFillTx/>
                <a:latin typeface="Calibri Light"/>
              </a:defRPr>
            </a:lvl1pPr>
          </a:lstStyle>
          <a:p>
            <a:pPr indent="0" algn="l" defTabSz="914400">
              <a:lnSpc>
                <a:spcPct val="90000"/>
              </a:lnSpc>
              <a:buNone/>
            </a:pPr>
            <a:r>
              <a:rPr lang="fr-FR" sz="6000" b="0" u="none" strike="noStrike">
                <a:solidFill>
                  <a:schemeClr val="dk1"/>
                </a:solidFill>
                <a:effectLst/>
                <a:uFillTx/>
                <a:latin typeface="Calibri Light"/>
              </a:rPr>
              <a:t>M</a:t>
            </a:r>
            <a:r>
              <a:rPr lang="fr-FR" sz="6000" b="0" u="none" strike="noStrike">
                <a:solidFill>
                  <a:schemeClr val="dk1"/>
                </a:solidFill>
                <a:effectLst/>
                <a:uFillTx/>
                <a:latin typeface="Calibri Light"/>
              </a:rPr>
              <a:t>od</a:t>
            </a:r>
            <a:r>
              <a:rPr lang="fr-FR" sz="6000" b="0" u="none" strike="noStrike">
                <a:solidFill>
                  <a:schemeClr val="dk1"/>
                </a:solidFill>
                <a:effectLst/>
                <a:uFillTx/>
                <a:latin typeface="Calibri Light"/>
              </a:rPr>
              <a:t>ifi</a:t>
            </a:r>
            <a:r>
              <a:rPr lang="fr-FR" sz="6000" b="0" u="none" strike="noStrike">
                <a:solidFill>
                  <a:schemeClr val="dk1"/>
                </a:solidFill>
                <a:effectLst/>
                <a:uFillTx/>
                <a:latin typeface="Calibri Light"/>
              </a:rPr>
              <a:t>ez </a:t>
            </a:r>
            <a:r>
              <a:rPr lang="fr-FR" sz="6000" b="0" u="none" strike="noStrike">
                <a:solidFill>
                  <a:schemeClr val="dk1"/>
                </a:solidFill>
                <a:effectLst/>
                <a:uFillTx/>
                <a:latin typeface="Calibri Light"/>
              </a:rPr>
              <a:t>le </a:t>
            </a:r>
            <a:r>
              <a:rPr lang="fr-FR" sz="6000" b="0" u="none" strike="noStrike">
                <a:solidFill>
                  <a:schemeClr val="dk1"/>
                </a:solidFill>
                <a:effectLst/>
                <a:uFillTx/>
                <a:latin typeface="Calibri Light"/>
              </a:rPr>
              <a:t>st</a:t>
            </a:r>
            <a:r>
              <a:rPr lang="fr-FR" sz="6000" b="0" u="none" strike="noStrike">
                <a:solidFill>
                  <a:schemeClr val="dk1"/>
                </a:solidFill>
                <a:effectLst/>
                <a:uFillTx/>
                <a:latin typeface="Calibri Light"/>
              </a:rPr>
              <a:t>yl</a:t>
            </a:r>
            <a:r>
              <a:rPr lang="fr-FR" sz="6000" b="0" u="none" strike="noStrike">
                <a:solidFill>
                  <a:schemeClr val="dk1"/>
                </a:solidFill>
                <a:effectLst/>
                <a:uFillTx/>
                <a:latin typeface="Calibri Light"/>
              </a:rPr>
              <a:t>e </a:t>
            </a:r>
            <a:r>
              <a:rPr lang="fr-FR" sz="6000" b="0" u="none" strike="noStrike">
                <a:solidFill>
                  <a:schemeClr val="dk1"/>
                </a:solidFill>
                <a:effectLst/>
                <a:uFillTx/>
                <a:latin typeface="Calibri Light"/>
              </a:rPr>
              <a:t>du </a:t>
            </a:r>
            <a:r>
              <a:rPr lang="fr-FR" sz="6000" b="0" u="none" strike="noStrike">
                <a:solidFill>
                  <a:schemeClr val="dk1"/>
                </a:solidFill>
                <a:effectLst/>
                <a:uFillTx/>
                <a:latin typeface="Calibri Light"/>
              </a:rPr>
              <a:t>tit</a:t>
            </a:r>
            <a:r>
              <a:rPr lang="fr-FR" sz="6000" b="0" u="none" strike="noStrike">
                <a:solidFill>
                  <a:schemeClr val="dk1"/>
                </a:solidFill>
                <a:effectLst/>
                <a:uFillTx/>
                <a:latin typeface="Calibri Light"/>
              </a:rPr>
              <a:t>re</a:t>
            </a:r>
            <a:endParaRPr lang="fr-FR" sz="6000" b="0" u="none" strike="noStrike">
              <a:solidFill>
                <a:schemeClr val="dk1"/>
              </a:solidFill>
              <a:effectLst/>
              <a:uFillTx/>
              <a:latin typeface="Calibri Light"/>
            </a:endParaRPr>
          </a:p>
        </p:txBody>
      </p:sp>
      <p:sp>
        <p:nvSpPr>
          <p:cNvPr id="28"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fr-FR" sz="2400" b="0" u="none" strike="noStrike">
                <a:solidFill>
                  <a:schemeClr val="dk1">
                    <a:tint val="75000"/>
                  </a:schemeClr>
                </a:solidFill>
                <a:effectLst/>
                <a:uFillTx/>
                <a:latin typeface="Calibri"/>
              </a:rPr>
              <a:t>Modifiez les styles du texte du masque</a:t>
            </a:r>
            <a:endParaRPr lang="fr-FR" sz="2400" b="0" u="none" strike="noStrike">
              <a:solidFill>
                <a:schemeClr val="dk1">
                  <a:tint val="75000"/>
                </a:schemeClr>
              </a:solidFill>
              <a:effectLst/>
              <a:uFillTx/>
              <a:latin typeface="Calibri"/>
            </a:endParaRPr>
          </a:p>
        </p:txBody>
      </p:sp>
      <p:sp>
        <p:nvSpPr>
          <p:cNvPr id="29"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30"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1"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3BCC957F-5EA7-4316-B107-CDBC42D57C73}"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Modifiez le style du titre</a:t>
            </a:r>
            <a:endParaRPr lang="fr-FR" sz="4400" b="0" u="none" strike="noStrike">
              <a:solidFill>
                <a:schemeClr val="dk1"/>
              </a:solidFill>
              <a:effectLst/>
              <a:uFillTx/>
              <a:latin typeface="Calibri Light"/>
            </a:endParaRPr>
          </a:p>
        </p:txBody>
      </p:sp>
      <p:sp>
        <p:nvSpPr>
          <p:cNvPr id="33"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34"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35"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36"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7"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7554DBEB-80B9-4185-8797-68A1A676BB1A}"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Modifiez le style du titre</a:t>
            </a:r>
            <a:endParaRPr lang="fr-FR" sz="4400" b="0" u="none" strike="noStrike">
              <a:solidFill>
                <a:schemeClr val="dk1"/>
              </a:solidFill>
              <a:effectLst/>
              <a:uFillTx/>
              <a:latin typeface="Calibri Light"/>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Calibri"/>
              </a:rPr>
              <a:t>Modifiez les styles du texte du masque</a:t>
            </a:r>
            <a:endParaRPr lang="fr-FR" sz="2400" b="0" u="none" strike="noStrike">
              <a:solidFill>
                <a:schemeClr val="dk1"/>
              </a:solidFill>
              <a:effectLst/>
              <a:uFillTx/>
              <a:latin typeface="Calibri"/>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Calibri"/>
              </a:rPr>
              <a:t>Modifiez les styles du texte du masque</a:t>
            </a:r>
            <a:endParaRPr lang="fr-FR" sz="2400" b="0" u="none" strike="noStrike">
              <a:solidFill>
                <a:schemeClr val="dk1"/>
              </a:solidFill>
              <a:effectLst/>
              <a:uFillTx/>
              <a:latin typeface="Calibri"/>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Calibri"/>
              </a:rPr>
              <a:t>Modifiez les styles du texte du masque</a:t>
            </a:r>
            <a:endParaRPr lang="fr-FR"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Calibri"/>
              </a:rPr>
              <a:t>Deuxième niveau</a:t>
            </a:r>
            <a:endParaRPr lang="fr-FR"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Calibri"/>
              </a:rPr>
              <a:t>Troisième niveau</a:t>
            </a:r>
            <a:endParaRPr lang="fr-FR"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Calibri"/>
              </a:rPr>
              <a:t>Quatrième niveau</a:t>
            </a:r>
            <a:endParaRPr lang="fr-FR"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Calibri"/>
              </a:rPr>
              <a:t>Cinquième niveau</a:t>
            </a:r>
            <a:endParaRPr lang="fr-FR" sz="1800" b="0" u="none" strike="noStrike">
              <a:solidFill>
                <a:schemeClr val="dk1"/>
              </a:solidFill>
              <a:effectLst/>
              <a:uFillTx/>
              <a:latin typeface="Calibri"/>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58ABB822-1FC1-45D3-B0DD-9E00263276EE}"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Modifiez le style du titre</a:t>
            </a:r>
            <a:endParaRPr lang="fr-FR" sz="4400" b="0" u="none" strike="noStrike">
              <a:solidFill>
                <a:schemeClr val="dk1"/>
              </a:solidFill>
              <a:effectLst/>
              <a:uFillTx/>
              <a:latin typeface="Calibri Light"/>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08982F28-0AF6-4E3D-9CFB-B8ED7EB2B334}"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51"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2"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8EF35F1F-4B95-45CD-9AF9-61EBE0F094A2}"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
        <p:nvSpPr>
          <p:cNvPr id="5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fr-FR" sz="4400" b="0" u="none" strike="noStrike">
                <a:solidFill>
                  <a:schemeClr val="dk1"/>
                </a:solidFill>
                <a:effectLst/>
                <a:uFillTx/>
                <a:latin typeface="Calibri Light"/>
              </a:defRPr>
            </a:lvl1pPr>
          </a:lstStyle>
          <a:p>
            <a:pPr indent="0" algn="l" defTabSz="914400">
              <a:lnSpc>
                <a:spcPct val="90000"/>
              </a:lnSpc>
              <a:buNone/>
            </a:pPr>
            <a:r>
              <a:rPr lang="fr-FR" sz="4400" b="0" u="none" strike="noStrike">
                <a:solidFill>
                  <a:schemeClr val="dk1"/>
                </a:solidFill>
                <a:effectLst/>
                <a:uFillTx/>
                <a:latin typeface="Calibri Light"/>
              </a:rPr>
              <a:t>Cliquez pour éditer le format du texte-titre</a:t>
            </a:r>
            <a:endParaRPr lang="fr-FR" sz="4400" b="0" u="none" strike="noStrike">
              <a:solidFill>
                <a:schemeClr val="dk1"/>
              </a:solidFill>
              <a:effectLst/>
              <a:uFillTx/>
              <a:latin typeface="Calibri Light"/>
            </a:endParaRPr>
          </a:p>
        </p:txBody>
      </p:sp>
      <p:sp>
        <p:nvSpPr>
          <p:cNvPr id="5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fr-FR"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fr-FR"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fr-F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fr-F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Calibri"/>
              </a:rPr>
              <a:t>Cliquez pour éditer le format du plan de texte</a:t>
            </a:r>
            <a:endParaRPr lang="fr-FR"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fr-FR" sz="2400" b="0" u="none" strike="noStrike">
                <a:solidFill>
                  <a:schemeClr val="dk1"/>
                </a:solidFill>
                <a:effectLst/>
                <a:uFillTx/>
                <a:latin typeface="Calibri"/>
              </a:rPr>
              <a:t>Second niveau de plan</a:t>
            </a:r>
            <a:endParaRPr lang="fr-FR"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fr-FR" sz="2000" b="0" u="none" strike="noStrike">
                <a:solidFill>
                  <a:schemeClr val="dk1"/>
                </a:solidFill>
                <a:effectLst/>
                <a:uFillTx/>
                <a:latin typeface="Calibri"/>
              </a:rPr>
              <a:t>Troisième niveau de plan</a:t>
            </a:r>
            <a:endParaRPr lang="fr-FR"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fr-FR" sz="1800" b="0" u="none" strike="noStrike">
                <a:solidFill>
                  <a:schemeClr val="dk1"/>
                </a:solidFill>
                <a:effectLst/>
                <a:uFillTx/>
                <a:latin typeface="Calibri"/>
              </a:rPr>
              <a:t>Quatrième niveau de plan</a:t>
            </a:r>
            <a:endParaRPr lang="fr-FR"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fr-FR" sz="1800" b="0" u="none" strike="noStrike">
                <a:solidFill>
                  <a:schemeClr val="dk1"/>
                </a:solidFill>
                <a:effectLst/>
                <a:uFillTx/>
                <a:latin typeface="Calibri"/>
              </a:rPr>
              <a:t>Cinquième niveau de plan</a:t>
            </a:r>
            <a:endParaRPr lang="fr-FR"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Calibri"/>
              </a:rPr>
              <a:t>Sixième niveau de plan</a:t>
            </a:r>
            <a:endParaRPr lang="fr-FR"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Calibri"/>
              </a:rPr>
              <a:t>Septième niveau de plan</a:t>
            </a:r>
            <a:endParaRPr lang="fr-FR" sz="2000" b="0" u="none" strike="noStrik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fr-FR" sz="3200" b="0" u="none" strike="noStrike">
                <a:solidFill>
                  <a:schemeClr val="dk1"/>
                </a:solidFill>
                <a:effectLst/>
                <a:uFillTx/>
                <a:latin typeface="Calibri Light"/>
              </a:defRPr>
            </a:lvl1pPr>
          </a:lstStyle>
          <a:p>
            <a:pPr indent="0" algn="l" defTabSz="914400">
              <a:lnSpc>
                <a:spcPct val="90000"/>
              </a:lnSpc>
              <a:buNone/>
            </a:pPr>
            <a:r>
              <a:rPr lang="fr-FR" sz="3200" b="0" u="none" strike="noStrike">
                <a:solidFill>
                  <a:schemeClr val="dk1"/>
                </a:solidFill>
                <a:effectLst/>
                <a:uFillTx/>
                <a:latin typeface="Calibri Light"/>
              </a:rPr>
              <a:t>Modifiez le style du titre</a:t>
            </a:r>
            <a:endParaRPr lang="fr-FR" sz="3200" b="0" u="none" strike="noStrike">
              <a:solidFill>
                <a:schemeClr val="dk1"/>
              </a:solidFill>
              <a:effectLst/>
              <a:uFillTx/>
              <a:latin typeface="Calibri Light"/>
            </a:endParaRPr>
          </a:p>
        </p:txBody>
      </p:sp>
      <p:sp>
        <p:nvSpPr>
          <p:cNvPr id="56"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fr-FR"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fr-FR"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fr-FR"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fr-FR" sz="3200" b="0" u="none" strike="noStrike">
                <a:solidFill>
                  <a:schemeClr val="dk1"/>
                </a:solidFill>
                <a:effectLst/>
                <a:uFillTx/>
                <a:latin typeface="Calibri"/>
              </a:rPr>
              <a:t>Modifiez les styles du texte du masque</a:t>
            </a:r>
            <a:endParaRPr lang="fr-FR"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fr-FR" sz="2800" b="0" u="none" strike="noStrike">
                <a:solidFill>
                  <a:schemeClr val="dk1"/>
                </a:solidFill>
                <a:effectLst/>
                <a:uFillTx/>
                <a:latin typeface="Calibri"/>
              </a:rPr>
              <a:t>Deuxième niveau</a:t>
            </a:r>
            <a:endParaRPr lang="fr-FR"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Calibri"/>
              </a:rPr>
              <a:t>Troisième niveau</a:t>
            </a:r>
            <a:endParaRPr lang="fr-FR"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Quatrième niveau</a:t>
            </a:r>
            <a:endParaRPr lang="fr-FR"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Calibri"/>
              </a:rPr>
              <a:t>Cinquième niveau</a:t>
            </a:r>
            <a:endParaRPr lang="fr-FR" sz="2000" b="0" u="none" strike="noStrike">
              <a:solidFill>
                <a:schemeClr val="dk1"/>
              </a:solidFill>
              <a:effectLst/>
              <a:uFillTx/>
              <a:latin typeface="Calibri"/>
            </a:endParaRPr>
          </a:p>
        </p:txBody>
      </p:sp>
      <p:sp>
        <p:nvSpPr>
          <p:cNvPr id="57"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Calibri"/>
              </a:rPr>
              <a:t>Modifiez les styles du texte du masque</a:t>
            </a:r>
            <a:endParaRPr lang="fr-FR" sz="1600" b="0" u="none" strike="noStrike">
              <a:solidFill>
                <a:schemeClr val="dk1"/>
              </a:solidFill>
              <a:effectLst/>
              <a:uFillTx/>
              <a:latin typeface="Calibri"/>
            </a:endParaRPr>
          </a:p>
        </p:txBody>
      </p:sp>
      <p:sp>
        <p:nvSpPr>
          <p:cNvPr id="58"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59"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0"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94D851B4-1E2D-44BD-90D4-C221B77A8FDD}"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gradFill rotWithShape="0">
          <a:gsLst>
            <a:gs pos="19000">
              <a:srgbClr val="F7FAFD"/>
            </a:gs>
            <a:gs pos="48000">
              <a:srgbClr val="B5D2EC"/>
            </a:gs>
            <a:gs pos="85000">
              <a:srgbClr val="B5D2EC">
                <a:alpha val="0"/>
              </a:srgbClr>
            </a:gs>
            <a:gs pos="100000">
              <a:srgbClr val="CEE1F2"/>
            </a:gs>
          </a:gsLst>
          <a:path path="rect">
            <a:fillToRect l="100000" t="100000" r="0" b="0"/>
          </a:path>
        </a:gra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fr-FR" sz="3200" b="0" u="none" strike="noStrike">
                <a:solidFill>
                  <a:schemeClr val="dk1"/>
                </a:solidFill>
                <a:effectLst/>
                <a:uFillTx/>
                <a:latin typeface="Calibri Light"/>
              </a:defRPr>
            </a:lvl1pPr>
          </a:lstStyle>
          <a:p>
            <a:pPr indent="0" algn="l" defTabSz="914400">
              <a:lnSpc>
                <a:spcPct val="90000"/>
              </a:lnSpc>
              <a:buNone/>
            </a:pPr>
            <a:r>
              <a:rPr lang="fr-FR" sz="3200" b="0" u="none" strike="noStrike">
                <a:solidFill>
                  <a:schemeClr val="dk1"/>
                </a:solidFill>
                <a:effectLst/>
                <a:uFillTx/>
                <a:latin typeface="Calibri Light"/>
              </a:rPr>
              <a:t>Modifiez le style du titre</a:t>
            </a:r>
            <a:endParaRPr lang="fr-FR" sz="3200" b="0" u="none" strike="noStrike">
              <a:solidFill>
                <a:schemeClr val="dk1"/>
              </a:solidFill>
              <a:effectLst/>
              <a:uFillTx/>
              <a:latin typeface="Calibri Light"/>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3200" b="0" u="none" strike="noStrike">
                <a:solidFill>
                  <a:schemeClr val="dk1"/>
                </a:solidFill>
                <a:effectLst/>
                <a:uFillTx/>
                <a:latin typeface="Calibri"/>
              </a:defRPr>
            </a:lvl1pPr>
          </a:lstStyle>
          <a:p>
            <a:pPr indent="0" algn="l" defTabSz="914400">
              <a:lnSpc>
                <a:spcPct val="100000"/>
              </a:lnSpc>
              <a:buNone/>
              <a:tabLst>
                <a:tab pos="0" algn="l"/>
              </a:tabLst>
            </a:pPr>
            <a:r>
              <a:rPr lang="fr-FR" sz="3200" b="0" u="none" strike="noStrike">
                <a:solidFill>
                  <a:schemeClr val="dk1"/>
                </a:solidFill>
                <a:effectLst/>
                <a:uFillTx/>
                <a:latin typeface="Calibri"/>
              </a:rPr>
              <a:t>Cliquez sur l'icône pour ajouter une image</a:t>
            </a:r>
            <a:endParaRPr lang="fr-FR" sz="3200" b="0" u="none" strike="noStrike">
              <a:solidFill>
                <a:schemeClr val="dk1"/>
              </a:solidFill>
              <a:effectLst/>
              <a:uFillTx/>
              <a:latin typeface="Calibri"/>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Calibri"/>
              </a:rPr>
              <a:t>Modifiez les styles du texte du masque</a:t>
            </a:r>
            <a:endParaRPr lang="fr-FR" sz="1600" b="0" u="none" strike="noStrike">
              <a:solidFill>
                <a:schemeClr val="dk1"/>
              </a:solidFill>
              <a:effectLst/>
              <a:uFillTx/>
              <a:latin typeface="Calibri"/>
            </a:endParaRPr>
          </a:p>
        </p:txBody>
      </p:sp>
      <p:sp>
        <p:nvSpPr>
          <p:cNvPr id="64"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65"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6"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75000"/>
                  </a:schemeClr>
                </a:solidFill>
                <a:effectLst/>
                <a:uFillTx/>
                <a:latin typeface="Calibri"/>
              </a:defRPr>
            </a:lvl1pPr>
          </a:lstStyle>
          <a:p>
            <a:pPr indent="0" algn="r" defTabSz="914400">
              <a:lnSpc>
                <a:spcPct val="100000"/>
              </a:lnSpc>
              <a:buNone/>
            </a:pPr>
            <a:fld id="{0AA82507-8608-4127-9E4E-C77CC124D35E}" type="slidenum">
              <a:rPr lang="fr-FR"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Espace réservé pour une image  11"/>
          <p:cNvSpPr/>
          <p:nvPr/>
        </p:nvSpPr>
        <p:spPr>
          <a:xfrm>
            <a:off x="2666880" y="0"/>
            <a:ext cx="9524520" cy="6857640"/>
          </a:xfrm>
          <a:custGeom>
            <a:avLst/>
            <a:gdLst>
              <a:gd name="textAreaLeft" fmla="*/ 0 w 9524520"/>
              <a:gd name="textAreaRight" fmla="*/ 9524880 w 9524520"/>
              <a:gd name="textAreaTop" fmla="*/ 0 h 6857640"/>
              <a:gd name="textAreaBottom" fmla="*/ 6858000 h 6857640"/>
              <a:gd name="GluePoint1X" fmla="*/ 6636589 w 9155634"/>
              <a:gd name="GluePoint1Y" fmla="*/ 3511550 h 6858000"/>
              <a:gd name="GluePoint2X" fmla="*/ 9155634 w 9155634"/>
              <a:gd name="GluePoint2Y" fmla="*/ 3511550 h 6858000"/>
              <a:gd name="GluePoint3X" fmla="*/ 9155634 w 9155634"/>
              <a:gd name="GluePoint3Y" fmla="*/ 6858000 h 6858000"/>
              <a:gd name="GluePoint4X" fmla="*/ 5196409 w 9155634"/>
              <a:gd name="GluePoint4Y" fmla="*/ 6858000 h 6858000"/>
              <a:gd name="GluePoint5X" fmla="*/ 6636589 w 9155634"/>
              <a:gd name="GluePoint5Y" fmla="*/ 3511550 h 6858000"/>
              <a:gd name="GluePoint6X" fmla="*/ 2101419 w 9155634"/>
              <a:gd name="GluePoint6Y" fmla="*/ 3511550 h 6858000"/>
              <a:gd name="GluePoint7X" fmla="*/ 3591129 w 9155634"/>
              <a:gd name="GluePoint7Y" fmla="*/ 3511550 h 6858000"/>
              <a:gd name="GluePoint8X" fmla="*/ 2150949 w 9155634"/>
              <a:gd name="GluePoint8Y" fmla="*/ 6858000 h 6858000"/>
              <a:gd name="GluePoint9X" fmla="*/ 661239 w 9155634"/>
              <a:gd name="GluePoint9Y" fmla="*/ 6858000 h 6858000"/>
              <a:gd name="GluePoint10X" fmla="*/ 2101419 w 9155634"/>
              <a:gd name="GluePoint10Y" fmla="*/ 3511550 h 6858000"/>
              <a:gd name="GluePoint11X" fmla="*/ 8147889 w 9155634"/>
              <a:gd name="GluePoint11Y" fmla="*/ 0 h 6858000"/>
              <a:gd name="GluePoint12X" fmla="*/ 9155634 w 9155634"/>
              <a:gd name="GluePoint12Y" fmla="*/ 0 h 6858000"/>
              <a:gd name="GluePoint13X" fmla="*/ 9155634 w 9155634"/>
              <a:gd name="GluePoint13Y" fmla="*/ 3346450 h 6858000"/>
              <a:gd name="GluePoint14X" fmla="*/ 6707709 w 9155634"/>
              <a:gd name="GluePoint14Y" fmla="*/ 3346450 h 6858000"/>
              <a:gd name="GluePoint15X" fmla="*/ 8147889 w 9155634"/>
              <a:gd name="GluePoint15Y" fmla="*/ 0 h 6858000"/>
              <a:gd name="GluePoint16X" fmla="*/ 5350079 w 9155634"/>
              <a:gd name="GluePoint16Y" fmla="*/ 0 h 6858000"/>
              <a:gd name="GluePoint17X" fmla="*/ 7912939 w 9155634"/>
              <a:gd name="GluePoint17Y" fmla="*/ 0 h 6858000"/>
              <a:gd name="GluePoint18X" fmla="*/ 4961459 w 9155634"/>
              <a:gd name="GluePoint18Y" fmla="*/ 6858000 h 6858000"/>
              <a:gd name="GluePoint19X" fmla="*/ 2399869 w 9155634"/>
              <a:gd name="GluePoint19Y" fmla="*/ 6858000 h 6858000"/>
              <a:gd name="GluePoint20X" fmla="*/ 5350079 w 9155634"/>
              <a:gd name="GluePoint20Y" fmla="*/ 0 h 6858000"/>
              <a:gd name="GluePoint21X" fmla="*/ 3612719 w 9155634"/>
              <a:gd name="GluePoint21Y" fmla="*/ 0 h 6858000"/>
              <a:gd name="GluePoint22X" fmla="*/ 5102429 w 9155634"/>
              <a:gd name="GluePoint22Y" fmla="*/ 0 h 6858000"/>
              <a:gd name="GluePoint23X" fmla="*/ 3662249 w 9155634"/>
              <a:gd name="GluePoint23Y" fmla="*/ 3346450 h 6858000"/>
              <a:gd name="GluePoint24X" fmla="*/ 2172539 w 9155634"/>
              <a:gd name="GluePoint24Y" fmla="*/ 3346450 h 6858000"/>
              <a:gd name="GluePoint25X" fmla="*/ 3612719 w 9155634"/>
              <a:gd name="GluePoint25Y" fmla="*/ 0 h 6858000"/>
              <a:gd name="GluePoint26X" fmla="*/ 2947249 w 9155634"/>
              <a:gd name="GluePoint26Y" fmla="*/ 0 h 6858000"/>
              <a:gd name="GluePoint27X" fmla="*/ 3381579 w 9155634"/>
              <a:gd name="GluePoint27Y" fmla="*/ 0 h 6858000"/>
              <a:gd name="GluePoint28X" fmla="*/ 430099 w 9155634"/>
              <a:gd name="GluePoint28Y" fmla="*/ 6858000 h 6858000"/>
              <a:gd name="GluePoint29X" fmla="*/ 0 w 9155634"/>
              <a:gd name="GluePoint29Y" fmla="*/ 6858000 h 6858000"/>
              <a:gd name="GluePoint30X" fmla="*/ 2947249 w 9155634"/>
              <a:gd name="GluePoint30Y" fmla="*/ 0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9155634" h="6858000">
                <a:moveTo>
                  <a:pt x="6636589" y="3511550"/>
                </a:moveTo>
                <a:lnTo>
                  <a:pt x="9155634" y="3511550"/>
                </a:lnTo>
                <a:lnTo>
                  <a:pt x="9155634" y="6858000"/>
                </a:lnTo>
                <a:lnTo>
                  <a:pt x="5196409" y="6858000"/>
                </a:lnTo>
                <a:lnTo>
                  <a:pt x="6636589" y="3511550"/>
                </a:lnTo>
                <a:close/>
                <a:moveTo>
                  <a:pt x="2101419" y="3511550"/>
                </a:moveTo>
                <a:lnTo>
                  <a:pt x="3591129" y="3511550"/>
                </a:lnTo>
                <a:lnTo>
                  <a:pt x="2150949" y="6858000"/>
                </a:lnTo>
                <a:lnTo>
                  <a:pt x="661239" y="6858000"/>
                </a:lnTo>
                <a:lnTo>
                  <a:pt x="2101419" y="3511550"/>
                </a:lnTo>
                <a:close/>
                <a:moveTo>
                  <a:pt x="8147889" y="0"/>
                </a:moveTo>
                <a:lnTo>
                  <a:pt x="9155634" y="0"/>
                </a:lnTo>
                <a:lnTo>
                  <a:pt x="9155634" y="3346450"/>
                </a:lnTo>
                <a:lnTo>
                  <a:pt x="6707709" y="3346450"/>
                </a:lnTo>
                <a:lnTo>
                  <a:pt x="8147889" y="0"/>
                </a:lnTo>
                <a:close/>
                <a:moveTo>
                  <a:pt x="5350079" y="0"/>
                </a:moveTo>
                <a:lnTo>
                  <a:pt x="7912939" y="0"/>
                </a:lnTo>
                <a:lnTo>
                  <a:pt x="4961459" y="6858000"/>
                </a:lnTo>
                <a:lnTo>
                  <a:pt x="2399869" y="6858000"/>
                </a:lnTo>
                <a:lnTo>
                  <a:pt x="5350079" y="0"/>
                </a:lnTo>
                <a:close/>
                <a:moveTo>
                  <a:pt x="3612719" y="0"/>
                </a:moveTo>
                <a:lnTo>
                  <a:pt x="5102429" y="0"/>
                </a:lnTo>
                <a:lnTo>
                  <a:pt x="3662249" y="3346450"/>
                </a:lnTo>
                <a:lnTo>
                  <a:pt x="2172539" y="3346450"/>
                </a:lnTo>
                <a:lnTo>
                  <a:pt x="3612719" y="0"/>
                </a:lnTo>
                <a:close/>
                <a:moveTo>
                  <a:pt x="2947249" y="0"/>
                </a:moveTo>
                <a:lnTo>
                  <a:pt x="3381579" y="0"/>
                </a:lnTo>
                <a:lnTo>
                  <a:pt x="430099" y="6858000"/>
                </a:lnTo>
                <a:lnTo>
                  <a:pt x="0" y="6858000"/>
                </a:lnTo>
                <a:lnTo>
                  <a:pt x="2947249"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4" name="Image 16"/>
          <p:cNvSpPr/>
          <p:nvPr/>
        </p:nvSpPr>
        <p:spPr>
          <a:xfrm>
            <a:off x="349560" y="197640"/>
            <a:ext cx="1292040" cy="1317600"/>
          </a:xfrm>
          <a:prstGeom prst="roundRect">
            <a:avLst>
              <a:gd name="adj" fmla="val 16667"/>
            </a:avLst>
          </a:prstGeom>
          <a:blipFill rotWithShape="0">
            <a:blip r:embed="rId2"/>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5" name="ZoneTexte 6"/>
          <p:cNvSpPr/>
          <p:nvPr/>
        </p:nvSpPr>
        <p:spPr>
          <a:xfrm>
            <a:off x="995760" y="2551680"/>
            <a:ext cx="10978200" cy="2584800"/>
          </a:xfrm>
          <a:prstGeom prst="rect">
            <a:avLst/>
          </a:prstGeom>
          <a:noFill/>
          <a:ln w="0">
            <a:noFill/>
          </a:ln>
        </p:spPr>
        <p:style>
          <a:lnRef idx="0"/>
          <a:fillRef idx="0"/>
          <a:effectRef idx="0"/>
          <a:fontRef idx="minor"/>
        </p:style>
        <p:txBody>
          <a:bodyPr lIns="90000" tIns="45000" rIns="90000" bIns="45000" anchor="t">
            <a:spAutoFit/>
          </a:bodyPr>
          <a:p>
            <a:pPr marL="59040" algn="ctr" defTabSz="914400">
              <a:lnSpc>
                <a:spcPct val="100000"/>
              </a:lnSpc>
              <a:spcBef>
                <a:spcPts val="309"/>
              </a:spcBef>
            </a:pPr>
            <a:r>
              <a:rPr lang="fr-FR" sz="5400" b="1" u="none" strike="noStrike">
                <a:solidFill>
                  <a:schemeClr val="dk1"/>
                </a:solidFill>
                <a:effectLst/>
                <a:uFillTx/>
                <a:latin typeface="Times New Roman"/>
              </a:rPr>
              <a:t>Optimisation des Processus de Gestion Documentaire Médicale grâce à la GED chez CMIM</a:t>
            </a:r>
            <a:endParaRPr lang="fr-FR" sz="5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1"/>
          <p:cNvSpPr/>
          <p:nvPr/>
        </p:nvSpPr>
        <p:spPr>
          <a:xfrm>
            <a:off x="725760" y="1796760"/>
            <a:ext cx="10914480" cy="2677320"/>
          </a:xfrm>
          <a:prstGeom prst="rect">
            <a:avLst/>
          </a:prstGeom>
          <a:noFill/>
          <a:ln w="0">
            <a:noFill/>
          </a:ln>
        </p:spPr>
        <p:style>
          <a:lnRef idx="0"/>
          <a:fillRef idx="0"/>
          <a:effectRef idx="0"/>
          <a:fontRef idx="minor"/>
        </p:style>
        <p:txBody>
          <a:bodyPr lIns="90000" tIns="45000" rIns="90000" bIns="45000" anchor="t">
            <a:spAutoFit/>
          </a:bodyPr>
          <a:p>
            <a:pPr indent="-216000" defTabSz="914400">
              <a:lnSpc>
                <a:spcPct val="100000"/>
              </a:lnSpc>
              <a:buClr>
                <a:srgbClr val="2E75B6"/>
              </a:buClr>
              <a:buSzPct val="108000"/>
              <a:buFont typeface="Calibri Light"/>
              <a:buAutoNum type="arabicPeriod"/>
            </a:pPr>
            <a:r>
              <a:rPr lang="fr-FR" sz="2800" b="0" u="none" strike="noStrike">
                <a:solidFill>
                  <a:schemeClr val="dk1"/>
                </a:solidFill>
                <a:effectLst/>
                <a:uFillTx/>
                <a:latin typeface="Times New Roman"/>
              </a:rPr>
              <a:t>Présentation de GDS GED SERVICES</a:t>
            </a:r>
            <a:endParaRPr lang="fr-FR" sz="2800" b="0" u="none" strike="noStrike">
              <a:solidFill>
                <a:srgbClr val="000000"/>
              </a:solidFill>
              <a:effectLst/>
              <a:uFillTx/>
              <a:latin typeface="Arial"/>
            </a:endParaRPr>
          </a:p>
          <a:p>
            <a:pPr indent="-216000" defTabSz="914400">
              <a:lnSpc>
                <a:spcPct val="100000"/>
              </a:lnSpc>
              <a:buClr>
                <a:srgbClr val="2E75B6"/>
              </a:buClr>
              <a:buFont typeface="Calibri Light"/>
              <a:buAutoNum type="arabicPeriod"/>
            </a:pPr>
            <a:r>
              <a:rPr lang="fr-FR" sz="2800" b="0" u="none" strike="noStrike">
                <a:solidFill>
                  <a:schemeClr val="dk1"/>
                </a:solidFill>
                <a:effectLst/>
                <a:uFillTx/>
                <a:latin typeface="Times New Roman"/>
              </a:rPr>
              <a:t>Pourquoi choisir GDS GED SERVICES ?</a:t>
            </a:r>
            <a:endParaRPr lang="fr-FR" sz="2800" b="0" u="none" strike="noStrike">
              <a:solidFill>
                <a:srgbClr val="000000"/>
              </a:solidFill>
              <a:effectLst/>
              <a:uFillTx/>
              <a:latin typeface="Arial"/>
            </a:endParaRPr>
          </a:p>
          <a:p>
            <a:pPr indent="-216000" defTabSz="914400">
              <a:lnSpc>
                <a:spcPct val="100000"/>
              </a:lnSpc>
              <a:buClr>
                <a:srgbClr val="2E75B6"/>
              </a:buClr>
              <a:buFont typeface="Calibri Light"/>
              <a:buAutoNum type="arabicPeriod"/>
            </a:pPr>
            <a:r>
              <a:rPr lang="fr-FR" sz="2800" b="0" u="none" strike="noStrike">
                <a:solidFill>
                  <a:schemeClr val="dk1"/>
                </a:solidFill>
                <a:effectLst/>
                <a:uFillTx/>
                <a:latin typeface="Times New Roman"/>
              </a:rPr>
              <a:t>Nos références</a:t>
            </a:r>
            <a:endParaRPr lang="fr-FR" sz="2800" b="0" u="none" strike="noStrike">
              <a:solidFill>
                <a:srgbClr val="000000"/>
              </a:solidFill>
              <a:effectLst/>
              <a:uFillTx/>
              <a:latin typeface="Arial"/>
            </a:endParaRPr>
          </a:p>
          <a:p>
            <a:pPr indent="-216000" defTabSz="914400">
              <a:lnSpc>
                <a:spcPct val="100000"/>
              </a:lnSpc>
              <a:buClr>
                <a:srgbClr val="2E75B6"/>
              </a:buClr>
              <a:buFont typeface="Calibri Light"/>
              <a:buAutoNum type="arabicPeriod"/>
            </a:pPr>
            <a:r>
              <a:rPr lang="fr-FR" sz="2800" b="0" u="none" strike="noStrike">
                <a:solidFill>
                  <a:schemeClr val="dk1"/>
                </a:solidFill>
                <a:effectLst/>
                <a:uFillTx/>
                <a:latin typeface="Times New Roman"/>
              </a:rPr>
              <a:t>Gestion Électronique de Documents (GED) pour la CMIM</a:t>
            </a:r>
            <a:endParaRPr lang="fr-FR" sz="2800" b="0" u="none" strike="noStrike">
              <a:solidFill>
                <a:srgbClr val="000000"/>
              </a:solidFill>
              <a:effectLst/>
              <a:uFillTx/>
              <a:latin typeface="Arial"/>
            </a:endParaRPr>
          </a:p>
          <a:p>
            <a:pPr indent="-216000" defTabSz="914400">
              <a:lnSpc>
                <a:spcPct val="100000"/>
              </a:lnSpc>
              <a:buClr>
                <a:srgbClr val="2E75B6"/>
              </a:buClr>
              <a:buFont typeface="Calibri Light"/>
              <a:buAutoNum type="arabicPeriod"/>
            </a:pPr>
            <a:r>
              <a:rPr lang="fr-FR" sz="2800" b="0" u="none" strike="noStrike">
                <a:solidFill>
                  <a:schemeClr val="dk1"/>
                </a:solidFill>
                <a:effectLst/>
                <a:uFillTx/>
                <a:latin typeface="Times New Roman"/>
                <a:ea typeface="Times New Roman"/>
              </a:rPr>
              <a:t>Evolution de</a:t>
            </a:r>
            <a:r>
              <a:rPr lang="fr-FR" sz="2800" b="0" u="none" strike="noStrike">
                <a:solidFill>
                  <a:schemeClr val="dk1"/>
                </a:solidFill>
                <a:effectLst/>
                <a:uFillTx/>
                <a:latin typeface="Calibri"/>
                <a:ea typeface="Times New Roman"/>
              </a:rPr>
              <a:t> </a:t>
            </a:r>
            <a:r>
              <a:rPr lang="fr-FR" sz="2800" b="0" u="none" strike="noStrike">
                <a:solidFill>
                  <a:schemeClr val="dk1"/>
                </a:solidFill>
                <a:effectLst/>
                <a:uFillTx/>
                <a:latin typeface="Times New Roman"/>
                <a:ea typeface="Times New Roman"/>
              </a:rPr>
              <a:t>le production annuelle</a:t>
            </a:r>
            <a:endParaRPr lang="fr-FR" sz="2800" b="0" u="none" strike="noStrike">
              <a:solidFill>
                <a:srgbClr val="000000"/>
              </a:solidFill>
              <a:effectLst/>
              <a:uFillTx/>
              <a:latin typeface="Arial"/>
            </a:endParaRPr>
          </a:p>
          <a:p>
            <a:pPr defTabSz="914400">
              <a:lnSpc>
                <a:spcPct val="100000"/>
              </a:lnSpc>
            </a:pPr>
            <a:endParaRPr lang="fr-FR" sz="2800" b="0" u="none" strike="noStrike">
              <a:solidFill>
                <a:srgbClr val="000000"/>
              </a:solidFill>
              <a:effectLst/>
              <a:uFillTx/>
              <a:latin typeface="Arial"/>
            </a:endParaRPr>
          </a:p>
        </p:txBody>
      </p:sp>
      <p:sp>
        <p:nvSpPr>
          <p:cNvPr id="77" name="ZoneTexte 2"/>
          <p:cNvSpPr/>
          <p:nvPr/>
        </p:nvSpPr>
        <p:spPr>
          <a:xfrm>
            <a:off x="624240" y="333720"/>
            <a:ext cx="11117520" cy="10152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FR" sz="6000" b="0" u="none" strike="noStrike">
                <a:solidFill>
                  <a:schemeClr val="accent5"/>
                </a:solidFill>
                <a:effectLst/>
                <a:uFillTx/>
                <a:latin typeface="Times New Roman"/>
                <a:ea typeface="Times New Roman"/>
              </a:rPr>
              <a:t>Sommaire</a:t>
            </a:r>
            <a:endParaRPr lang="fr-FR" sz="6000" b="0" u="none" strike="noStrike">
              <a:solidFill>
                <a:srgbClr val="000000"/>
              </a:solidFill>
              <a:effectLst/>
              <a:uFillTx/>
              <a:latin typeface="Arial"/>
            </a:endParaRPr>
          </a:p>
        </p:txBody>
      </p:sp>
      <p:sp>
        <p:nvSpPr>
          <p:cNvPr id="78" name="Image 5"/>
          <p:cNvSpPr/>
          <p:nvPr/>
        </p:nvSpPr>
        <p:spPr>
          <a:xfrm>
            <a:off x="11353680" y="6356520"/>
            <a:ext cx="512280" cy="364680"/>
          </a:xfrm>
          <a:prstGeom prst="roundRect">
            <a:avLst>
              <a:gd name="adj" fmla="val 8594"/>
            </a:avLst>
          </a:prstGeom>
          <a:blipFill rotWithShape="0">
            <a:blip r:embed="rId1"/>
            <a:srcRect/>
            <a:stretch/>
          </a:blipFill>
          <a:ln w="0">
            <a:noFill/>
          </a:ln>
          <a:effectLst>
            <a:reflection algn="bl" blurRad="12700" dir="5400000" dist="5000" endPos="28000" rotWithShape="0" stA="38000" sy="-100000"/>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 name="PlaceHolder 1"/>
          <p:cNvSpPr>
            <a:spLocks noGrp="1"/>
          </p:cNvSpPr>
          <p:nvPr>
            <p:ph type="sldNum" idx="27"/>
          </p:nvPr>
        </p:nvSpPr>
        <p:spPr/>
        <p:txBody>
          <a:bodyPr/>
          <a:p>
            <a:fld id="{2CFE2710-A3F9-4780-AD3B-15079BCB1236}"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tangle 1"/>
          <p:cNvSpPr/>
          <p:nvPr/>
        </p:nvSpPr>
        <p:spPr>
          <a:xfrm>
            <a:off x="658800" y="2104200"/>
            <a:ext cx="11254680" cy="3058200"/>
          </a:xfrm>
          <a:prstGeom prst="rect">
            <a:avLst/>
          </a:prstGeom>
          <a:noFill/>
          <a:ln w="0">
            <a:noFill/>
          </a:ln>
        </p:spPr>
        <p:style>
          <a:lnRef idx="0"/>
          <a:fillRef idx="0"/>
          <a:effectRef idx="0"/>
          <a:fontRef idx="minor"/>
        </p:style>
        <p:txBody>
          <a:bodyPr lIns="90000" tIns="45000" rIns="90000" bIns="45000" anchor="t">
            <a:spAutoFit/>
          </a:bodyPr>
          <a:p>
            <a:pPr defTabSz="914400">
              <a:lnSpc>
                <a:spcPct val="107000"/>
              </a:lnSpc>
              <a:spcBef>
                <a:spcPts val="1500"/>
              </a:spcBef>
              <a:spcAft>
                <a:spcPts val="1500"/>
              </a:spcAft>
            </a:pPr>
            <a:r>
              <a:rPr lang="fr-FR" sz="2800" b="0" u="none" strike="noStrike">
                <a:solidFill>
                  <a:srgbClr val="0D0D0D"/>
                </a:solidFill>
                <a:effectLst/>
                <a:uFillTx/>
                <a:latin typeface="Times New Roman"/>
                <a:ea typeface="Times New Roman"/>
              </a:rPr>
              <a:t>Bienvenue chez GDS GED SERVICES, votre partenaire de confiance dans le domaine de la dématérialisation. Nous sommes une société spécialisée offrant une gamme complète de services de numérisation, conçus pour répondre aux besoins spécifiques de nos clients tout en assurant une productivité accrue et une conformité totale.</a:t>
            </a:r>
            <a:endParaRPr lang="fr-FR" sz="2800" b="0" u="none" strike="noStrike">
              <a:solidFill>
                <a:srgbClr val="000000"/>
              </a:solidFill>
              <a:effectLst/>
              <a:uFillTx/>
              <a:latin typeface="Arial"/>
            </a:endParaRPr>
          </a:p>
          <a:p>
            <a:pPr defTabSz="914400">
              <a:lnSpc>
                <a:spcPct val="107000"/>
              </a:lnSpc>
              <a:spcBef>
                <a:spcPts val="1500"/>
              </a:spcBef>
              <a:spcAft>
                <a:spcPts val="1500"/>
              </a:spcAft>
            </a:pPr>
            <a:endParaRPr lang="fr-FR" sz="1800" b="0" u="none" strike="noStrike">
              <a:solidFill>
                <a:srgbClr val="000000"/>
              </a:solidFill>
              <a:effectLst/>
              <a:uFillTx/>
              <a:latin typeface="Arial"/>
            </a:endParaRPr>
          </a:p>
        </p:txBody>
      </p:sp>
      <p:pic>
        <p:nvPicPr>
          <p:cNvPr id="80" name="Image 4"/>
          <p:cNvPicPr/>
          <p:nvPr/>
        </p:nvPicPr>
        <p:blipFill>
          <a:blip r:embed="rId1"/>
          <a:stretch/>
        </p:blipFill>
        <p:spPr>
          <a:xfrm>
            <a:off x="11365560" y="6346440"/>
            <a:ext cx="548280" cy="749520"/>
          </a:xfrm>
          <a:prstGeom prst="rect">
            <a:avLst/>
          </a:prstGeom>
          <a:noFill/>
          <a:ln w="0">
            <a:noFill/>
          </a:ln>
        </p:spPr>
      </p:pic>
      <p:sp>
        <p:nvSpPr>
          <p:cNvPr id="81" name="Rectangle 5"/>
          <p:cNvSpPr/>
          <p:nvPr/>
        </p:nvSpPr>
        <p:spPr>
          <a:xfrm>
            <a:off x="416880" y="547920"/>
            <a:ext cx="11496960" cy="981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7000"/>
              </a:lnSpc>
              <a:spcAft>
                <a:spcPts val="1500"/>
              </a:spcAft>
            </a:pPr>
            <a:r>
              <a:rPr lang="fr-FR" sz="5400" b="0" u="none" strike="noStrike">
                <a:solidFill>
                  <a:srgbClr val="4472C4"/>
                </a:solidFill>
                <a:effectLst/>
                <a:uFillTx/>
                <a:latin typeface="Times New Roman"/>
                <a:ea typeface="Times New Roman"/>
              </a:rPr>
              <a:t>Présentation de GDS GED SERVICES</a:t>
            </a:r>
            <a:endParaRPr lang="fr-FR" sz="5400" b="0" u="none" strike="noStrike">
              <a:solidFill>
                <a:srgbClr val="000000"/>
              </a:solidFill>
              <a:effectLst/>
              <a:uFillTx/>
              <a:latin typeface="Arial"/>
            </a:endParaRPr>
          </a:p>
        </p:txBody>
      </p:sp>
      <p:sp>
        <p:nvSpPr>
          <p:cNvPr id="2" name="PlaceHolder 1"/>
          <p:cNvSpPr>
            <a:spLocks noGrp="1"/>
          </p:cNvSpPr>
          <p:nvPr>
            <p:ph type="sldNum" idx="27"/>
          </p:nvPr>
        </p:nvSpPr>
        <p:spPr/>
        <p:txBody>
          <a:bodyPr/>
          <a:p>
            <a:fld id="{2CA8D1AC-E092-489B-83E8-20593CFA2022}"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Rectangle 1"/>
          <p:cNvSpPr/>
          <p:nvPr/>
        </p:nvSpPr>
        <p:spPr>
          <a:xfrm>
            <a:off x="362880" y="754200"/>
            <a:ext cx="11045160" cy="4417920"/>
          </a:xfrm>
          <a:prstGeom prst="rect">
            <a:avLst/>
          </a:prstGeom>
          <a:noFill/>
          <a:ln w="0">
            <a:noFill/>
          </a:ln>
        </p:spPr>
        <p:style>
          <a:lnRef idx="0"/>
          <a:fillRef idx="0"/>
          <a:effectRef idx="0"/>
          <a:fontRef idx="minor"/>
        </p:style>
        <p:txBody>
          <a:bodyPr lIns="90000" tIns="45000" rIns="90000" bIns="45000" anchor="t">
            <a:spAutoFit/>
          </a:bodyPr>
          <a:p>
            <a:pPr defTabSz="914400">
              <a:lnSpc>
                <a:spcPct val="107000"/>
              </a:lnSpc>
              <a:spcBef>
                <a:spcPts val="1500"/>
              </a:spcBef>
              <a:spcAft>
                <a:spcPts val="1500"/>
              </a:spcAft>
            </a:pPr>
            <a:r>
              <a:rPr lang="fr-FR" sz="2400" b="1" u="none" strike="noStrike">
                <a:solidFill>
                  <a:srgbClr val="00B0F0"/>
                </a:solidFill>
                <a:effectLst/>
                <a:uFillTx/>
                <a:latin typeface="Times New Roman"/>
                <a:ea typeface="Times New Roman"/>
              </a:rPr>
              <a:t>Qui sommes-nous ? </a:t>
            </a:r>
            <a:r>
              <a:rPr lang="fr-FR" sz="1800" b="0" u="none" strike="noStrike">
                <a:solidFill>
                  <a:srgbClr val="0D0D0D"/>
                </a:solidFill>
                <a:effectLst/>
                <a:uFillTx/>
                <a:latin typeface="Times New Roman"/>
                <a:ea typeface="Times New Roman"/>
              </a:rPr>
              <a:t>GDS GED SERVICES est une Société dédiée à l'excellence dans la dématérialisation. Forts d'une expertise approfondie dans le domaine, nous avons acquis une réputation solide en offrant des solutions innovantes et sur mesure à nos clients, quelle que soit leur taille ou leur secteur d'activité.</a:t>
            </a:r>
            <a:endParaRPr lang="fr-FR" sz="1800" b="0" u="none" strike="noStrike">
              <a:solidFill>
                <a:srgbClr val="000000"/>
              </a:solidFill>
              <a:effectLst/>
              <a:uFillTx/>
              <a:latin typeface="Arial"/>
            </a:endParaRPr>
          </a:p>
          <a:p>
            <a:pPr defTabSz="914400">
              <a:lnSpc>
                <a:spcPct val="107000"/>
              </a:lnSpc>
              <a:spcBef>
                <a:spcPts val="1500"/>
              </a:spcBef>
              <a:spcAft>
                <a:spcPts val="1500"/>
              </a:spcAft>
            </a:pPr>
            <a:r>
              <a:rPr lang="fr-FR" sz="2400" b="1" u="none" strike="noStrike">
                <a:solidFill>
                  <a:srgbClr val="00B0F0"/>
                </a:solidFill>
                <a:effectLst/>
                <a:uFillTx/>
                <a:latin typeface="Times New Roman"/>
                <a:ea typeface="Times New Roman"/>
              </a:rPr>
              <a:t>Nos services </a:t>
            </a:r>
            <a:r>
              <a:rPr lang="fr-FR" sz="1800" b="0" u="none" strike="noStrike">
                <a:solidFill>
                  <a:srgbClr val="0D0D0D"/>
                </a:solidFill>
                <a:effectLst/>
                <a:uFillTx/>
                <a:latin typeface="Times New Roman"/>
                <a:ea typeface="Times New Roman"/>
              </a:rPr>
              <a:t>Nous proposons une vaste gamme de prestations de numérisation, adaptées aux besoins spécifiques de nos clients. Que ce soit pour la conversion de documents papier en format numérique, la gestion électronique de documents (GED), l'archivage électronique ou la dématérialisation de processus métier, notre équipe expérimentée est là pour vous accompagner à chaque étape.</a:t>
            </a:r>
            <a:endParaRPr lang="fr-FR" sz="1800" b="0" u="none" strike="noStrike">
              <a:solidFill>
                <a:srgbClr val="000000"/>
              </a:solidFill>
              <a:effectLst/>
              <a:uFillTx/>
              <a:latin typeface="Arial"/>
            </a:endParaRPr>
          </a:p>
          <a:p>
            <a:pPr defTabSz="914400">
              <a:lnSpc>
                <a:spcPct val="107000"/>
              </a:lnSpc>
              <a:spcBef>
                <a:spcPts val="1500"/>
              </a:spcBef>
              <a:spcAft>
                <a:spcPts val="1500"/>
              </a:spcAft>
            </a:pPr>
            <a:r>
              <a:rPr lang="fr-FR" sz="2400" b="1" u="none" strike="noStrike">
                <a:solidFill>
                  <a:srgbClr val="00B0F0"/>
                </a:solidFill>
                <a:effectLst/>
                <a:uFillTx/>
                <a:latin typeface="Times New Roman"/>
                <a:ea typeface="Times New Roman"/>
              </a:rPr>
              <a:t>Nos engagements </a:t>
            </a:r>
            <a:r>
              <a:rPr lang="fr-FR" sz="1800" b="0" u="none" strike="noStrike">
                <a:solidFill>
                  <a:srgbClr val="0D0D0D"/>
                </a:solidFill>
                <a:effectLst/>
                <a:uFillTx/>
                <a:latin typeface="Times New Roman"/>
                <a:ea typeface="Times New Roman"/>
              </a:rPr>
              <a:t>Chez GDS GED SERVICES, nous nous engageons à fournir des services de haute qualité, alliant efficacité opérationnelle et respect des normes de conformité les plus strictes. Nous comprenons l'importance cruciale de la sécurité et de la confidentialité des données, c'est pourquoi nous mettons en œuvre les meilleures pratiques et les technologies les plus avancées pour garantir la protection de vos informations sensibles.</a:t>
            </a:r>
            <a:endParaRPr lang="fr-FR" sz="1800" b="0" u="none" strike="noStrike">
              <a:solidFill>
                <a:srgbClr val="000000"/>
              </a:solidFill>
              <a:effectLst/>
              <a:uFillTx/>
              <a:latin typeface="Arial"/>
            </a:endParaRPr>
          </a:p>
        </p:txBody>
      </p:sp>
      <p:pic>
        <p:nvPicPr>
          <p:cNvPr id="83" name="Image 4"/>
          <p:cNvPicPr/>
          <p:nvPr/>
        </p:nvPicPr>
        <p:blipFill>
          <a:blip r:embed="rId1"/>
          <a:stretch/>
        </p:blipFill>
        <p:spPr>
          <a:xfrm>
            <a:off x="11353680" y="6356520"/>
            <a:ext cx="548280" cy="749520"/>
          </a:xfrm>
          <a:prstGeom prst="rect">
            <a:avLst/>
          </a:prstGeom>
          <a:noFill/>
          <a:ln w="0">
            <a:noFill/>
          </a:ln>
        </p:spPr>
      </p:pic>
      <p:sp>
        <p:nvSpPr>
          <p:cNvPr id="2" name="PlaceHolder 1"/>
          <p:cNvSpPr>
            <a:spLocks noGrp="1"/>
          </p:cNvSpPr>
          <p:nvPr>
            <p:ph type="sldNum" idx="27"/>
          </p:nvPr>
        </p:nvSpPr>
        <p:spPr/>
        <p:txBody>
          <a:bodyPr/>
          <a:p>
            <a:fld id="{7BF59950-B218-42E2-849A-0FEB7F3801B2}"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203040" y="1531800"/>
            <a:ext cx="11988360" cy="402768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7000"/>
              </a:lnSpc>
              <a:buClr>
                <a:srgbClr val="0D0D0D"/>
              </a:buClr>
              <a:buFont typeface="Symbol" charset="2"/>
              <a:buChar char=""/>
              <a:tabLst>
                <a:tab pos="457200" algn="l"/>
              </a:tabLst>
            </a:pPr>
            <a:r>
              <a:rPr lang="fr-FR" sz="1800" b="0" u="none" strike="noStrike">
                <a:solidFill>
                  <a:srgbClr val="0D0D0D"/>
                </a:solidFill>
                <a:effectLst/>
                <a:uFillTx/>
                <a:latin typeface="Times New Roman"/>
                <a:ea typeface="Times New Roman"/>
              </a:rPr>
              <a:t>Expertise approfondie : Notre équipe possède une expertise approfondie dans le domaine de la dématérialisation et des solutions numériques.</a:t>
            </a:r>
            <a:endParaRPr lang="fr-FR" sz="1800" b="0" u="none" strike="noStrike">
              <a:solidFill>
                <a:srgbClr val="000000"/>
              </a:solidFill>
              <a:effectLst/>
              <a:uFillTx/>
              <a:latin typeface="Arial"/>
            </a:endParaRPr>
          </a:p>
          <a:p>
            <a:pPr marL="343080" indent="-343080" defTabSz="914400">
              <a:lnSpc>
                <a:spcPct val="107000"/>
              </a:lnSpc>
              <a:buClr>
                <a:srgbClr val="0D0D0D"/>
              </a:buClr>
              <a:buFont typeface="Symbol" charset="2"/>
              <a:buChar char=""/>
              <a:tabLst>
                <a:tab pos="457200" algn="l"/>
              </a:tabLst>
            </a:pPr>
            <a:r>
              <a:rPr lang="fr-FR" sz="1800" b="0" u="none" strike="noStrike">
                <a:solidFill>
                  <a:srgbClr val="0D0D0D"/>
                </a:solidFill>
                <a:effectLst/>
                <a:uFillTx/>
                <a:latin typeface="Times New Roman"/>
                <a:ea typeface="Times New Roman"/>
              </a:rPr>
              <a:t>Solutions sur mesure : Nous travaillons en étroite collaboration avec nos clients pour comprendre leurs besoins uniques et leur proposer des solutions personnalisées.</a:t>
            </a:r>
            <a:endParaRPr lang="fr-FR" sz="1800" b="0" u="none" strike="noStrike">
              <a:solidFill>
                <a:srgbClr val="000000"/>
              </a:solidFill>
              <a:effectLst/>
              <a:uFillTx/>
              <a:latin typeface="Arial"/>
            </a:endParaRPr>
          </a:p>
          <a:p>
            <a:pPr marL="343080" indent="-343080" defTabSz="914400">
              <a:lnSpc>
                <a:spcPct val="107000"/>
              </a:lnSpc>
              <a:buClr>
                <a:srgbClr val="0D0D0D"/>
              </a:buClr>
              <a:buFont typeface="Symbol" charset="2"/>
              <a:buChar char=""/>
              <a:tabLst>
                <a:tab pos="457200" algn="l"/>
              </a:tabLst>
            </a:pPr>
            <a:r>
              <a:rPr lang="fr-FR" sz="1800" b="0" u="none" strike="noStrike">
                <a:solidFill>
                  <a:srgbClr val="0D0D0D"/>
                </a:solidFill>
                <a:effectLst/>
                <a:uFillTx/>
                <a:latin typeface="Times New Roman"/>
                <a:ea typeface="Times New Roman"/>
              </a:rPr>
              <a:t>Qualité et conformité : Nous nous engageons à fournir des services de haute qualité tout en respectant les normes de conformité les plus strictes.</a:t>
            </a:r>
            <a:endParaRPr lang="fr-FR" sz="1800" b="0" u="none" strike="noStrike">
              <a:solidFill>
                <a:srgbClr val="000000"/>
              </a:solidFill>
              <a:effectLst/>
              <a:uFillTx/>
              <a:latin typeface="Arial"/>
            </a:endParaRPr>
          </a:p>
          <a:p>
            <a:pPr marL="343080" indent="-343080" defTabSz="914400">
              <a:lnSpc>
                <a:spcPct val="107000"/>
              </a:lnSpc>
              <a:buClr>
                <a:srgbClr val="0D0D0D"/>
              </a:buClr>
              <a:buFont typeface="Symbol" charset="2"/>
              <a:buChar char=""/>
              <a:tabLst>
                <a:tab pos="457200" algn="l"/>
              </a:tabLst>
            </a:pPr>
            <a:r>
              <a:rPr lang="fr-FR" sz="1800" b="0" u="none" strike="noStrike">
                <a:solidFill>
                  <a:srgbClr val="0D0D0D"/>
                </a:solidFill>
                <a:effectLst/>
                <a:uFillTx/>
                <a:latin typeface="Times New Roman"/>
                <a:ea typeface="Times New Roman"/>
              </a:rPr>
              <a:t>Innovation : Nous restons à la pointe de la technologie pour offrir à nos clients des solutions innovantes et efficaces.</a:t>
            </a:r>
            <a:endParaRPr lang="fr-FR" sz="1800" b="0" u="none" strike="noStrike">
              <a:solidFill>
                <a:srgbClr val="000000"/>
              </a:solidFill>
              <a:effectLst/>
              <a:uFillTx/>
              <a:latin typeface="Arial"/>
            </a:endParaRPr>
          </a:p>
          <a:p>
            <a:pPr defTabSz="914400">
              <a:lnSpc>
                <a:spcPct val="107000"/>
              </a:lnSpc>
              <a:spcBef>
                <a:spcPts val="1500"/>
              </a:spcBef>
              <a:spcAft>
                <a:spcPts val="1500"/>
              </a:spcAft>
              <a:tabLst>
                <a:tab pos="457200" algn="l"/>
              </a:tabLst>
            </a:pPr>
            <a:r>
              <a:rPr lang="fr-FR" sz="2400" b="1" u="none" strike="noStrike">
                <a:solidFill>
                  <a:srgbClr val="00B0F0"/>
                </a:solidFill>
                <a:effectLst/>
                <a:uFillTx/>
                <a:latin typeface="Times New Roman"/>
                <a:ea typeface="Times New Roman"/>
              </a:rPr>
              <a:t>Contactez-nous </a:t>
            </a:r>
            <a:r>
              <a:rPr lang="fr-FR" sz="1800" b="0" u="none" strike="noStrike">
                <a:solidFill>
                  <a:srgbClr val="0D0D0D"/>
                </a:solidFill>
                <a:effectLst/>
                <a:uFillTx/>
                <a:latin typeface="Times New Roman"/>
                <a:ea typeface="Times New Roman"/>
              </a:rPr>
              <a:t>Vous souhaitez en savoir plus sur nos services de dématérialisation ? N'hésitez pas à nous contacter pour discuter de vos besoins spécifiques et découvrir comment GDS GED SERVICES peut vous aider à atteindre vos objectifs en matière de gestion documentaire et de transformation numérique.</a:t>
            </a:r>
            <a:endParaRPr lang="fr-FR" sz="1800" b="0" u="none" strike="noStrike">
              <a:solidFill>
                <a:srgbClr val="000000"/>
              </a:solidFill>
              <a:effectLst/>
              <a:uFillTx/>
              <a:latin typeface="Arial"/>
            </a:endParaRPr>
          </a:p>
          <a:p>
            <a:pPr defTabSz="914400">
              <a:lnSpc>
                <a:spcPct val="107000"/>
              </a:lnSpc>
              <a:spcBef>
                <a:spcPts val="1500"/>
              </a:spcBef>
              <a:spcAft>
                <a:spcPts val="1500"/>
              </a:spcAft>
              <a:tabLst>
                <a:tab pos="457200" algn="l"/>
              </a:tabLst>
            </a:pPr>
            <a:r>
              <a:rPr lang="fr-FR" sz="1800" b="0" u="none" strike="noStrike">
                <a:solidFill>
                  <a:srgbClr val="0D0D0D"/>
                </a:solidFill>
                <a:effectLst/>
                <a:uFillTx/>
                <a:latin typeface="Times New Roman"/>
                <a:ea typeface="Times New Roman"/>
              </a:rPr>
              <a:t>GDS GED SERVICES - Votre partenaire de confiance pour la dématérialisation.</a:t>
            </a:r>
            <a:endParaRPr lang="fr-FR" sz="1800" b="0" u="none" strike="noStrike">
              <a:solidFill>
                <a:srgbClr val="000000"/>
              </a:solidFill>
              <a:effectLst/>
              <a:uFillTx/>
              <a:latin typeface="Arial"/>
            </a:endParaRPr>
          </a:p>
        </p:txBody>
      </p:sp>
      <p:pic>
        <p:nvPicPr>
          <p:cNvPr id="85" name="Image 4"/>
          <p:cNvPicPr/>
          <p:nvPr/>
        </p:nvPicPr>
        <p:blipFill>
          <a:blip r:embed="rId1"/>
          <a:stretch/>
        </p:blipFill>
        <p:spPr>
          <a:xfrm>
            <a:off x="11353680" y="6346440"/>
            <a:ext cx="548280" cy="749520"/>
          </a:xfrm>
          <a:prstGeom prst="rect">
            <a:avLst/>
          </a:prstGeom>
          <a:noFill/>
          <a:ln w="0">
            <a:noFill/>
          </a:ln>
        </p:spPr>
      </p:pic>
      <p:sp>
        <p:nvSpPr>
          <p:cNvPr id="86" name="Rectangle 9"/>
          <p:cNvSpPr/>
          <p:nvPr/>
        </p:nvSpPr>
        <p:spPr>
          <a:xfrm>
            <a:off x="177480" y="254160"/>
            <a:ext cx="12014280" cy="981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7000"/>
              </a:lnSpc>
              <a:spcBef>
                <a:spcPts val="1500"/>
              </a:spcBef>
              <a:spcAft>
                <a:spcPts val="1500"/>
              </a:spcAft>
            </a:pPr>
            <a:r>
              <a:rPr lang="fr-FR" sz="5400" b="0" u="none" strike="noStrike">
                <a:solidFill>
                  <a:srgbClr val="4472C4"/>
                </a:solidFill>
                <a:effectLst/>
                <a:uFillTx/>
                <a:latin typeface="Times New Roman"/>
                <a:ea typeface="Times New Roman"/>
              </a:rPr>
              <a:t>Pourquoi choisir GDS GED SERVICES ?</a:t>
            </a:r>
            <a:endParaRPr lang="fr-FR" sz="5400" b="0" u="none" strike="noStrike">
              <a:solidFill>
                <a:srgbClr val="000000"/>
              </a:solidFill>
              <a:effectLst/>
              <a:uFillTx/>
              <a:latin typeface="Arial"/>
            </a:endParaRPr>
          </a:p>
        </p:txBody>
      </p:sp>
      <p:sp>
        <p:nvSpPr>
          <p:cNvPr id="2" name="PlaceHolder 1"/>
          <p:cNvSpPr>
            <a:spLocks noGrp="1"/>
          </p:cNvSpPr>
          <p:nvPr>
            <p:ph type="sldNum" idx="27"/>
          </p:nvPr>
        </p:nvSpPr>
        <p:spPr/>
        <p:txBody>
          <a:bodyPr/>
          <a:p>
            <a:fld id="{67B60461-D92D-4055-8277-3AE20DA426DD}"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Rectangle 2"/>
          <p:cNvSpPr/>
          <p:nvPr/>
        </p:nvSpPr>
        <p:spPr>
          <a:xfrm>
            <a:off x="808200" y="501120"/>
            <a:ext cx="4677840" cy="9230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5400" b="0" u="none" strike="noStrike">
                <a:solidFill>
                  <a:schemeClr val="accent5"/>
                </a:solidFill>
                <a:effectLst/>
                <a:uFillTx/>
                <a:latin typeface="Times New Roman"/>
                <a:ea typeface="Times New Roman"/>
              </a:rPr>
              <a:t>Références</a:t>
            </a:r>
            <a:endParaRPr lang="fr-FR" sz="5400" b="0" u="none" strike="noStrike">
              <a:solidFill>
                <a:srgbClr val="000000"/>
              </a:solidFill>
              <a:effectLst/>
              <a:uFillTx/>
              <a:latin typeface="Arial"/>
            </a:endParaRPr>
          </a:p>
        </p:txBody>
      </p:sp>
      <p:sp>
        <p:nvSpPr>
          <p:cNvPr id="88" name="Image 4"/>
          <p:cNvSpPr/>
          <p:nvPr/>
        </p:nvSpPr>
        <p:spPr>
          <a:xfrm>
            <a:off x="3147120" y="3504600"/>
            <a:ext cx="1531800" cy="1478880"/>
          </a:xfrm>
          <a:prstGeom prst="roundRect">
            <a:avLst>
              <a:gd name="adj" fmla="val 16667"/>
            </a:avLst>
          </a:prstGeom>
          <a:blipFill rotWithShape="0">
            <a:blip r:embed="rId1"/>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89" name="Image 5"/>
          <p:cNvSpPr/>
          <p:nvPr/>
        </p:nvSpPr>
        <p:spPr>
          <a:xfrm>
            <a:off x="3147120" y="1904400"/>
            <a:ext cx="1531800" cy="1477800"/>
          </a:xfrm>
          <a:prstGeom prst="roundRect">
            <a:avLst>
              <a:gd name="adj" fmla="val 16667"/>
            </a:avLst>
          </a:prstGeom>
          <a:blipFill rotWithShape="0">
            <a:blip r:embed="rId2"/>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0" name="Image 6"/>
          <p:cNvSpPr/>
          <p:nvPr/>
        </p:nvSpPr>
        <p:spPr>
          <a:xfrm>
            <a:off x="4862160" y="3504600"/>
            <a:ext cx="1531800" cy="1478880"/>
          </a:xfrm>
          <a:prstGeom prst="roundRect">
            <a:avLst>
              <a:gd name="adj" fmla="val 16667"/>
            </a:avLst>
          </a:prstGeom>
          <a:blipFill rotWithShape="0">
            <a:blip r:embed="rId3"/>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1" name="Picture 4" descr="Aucune description de photo disponible."/>
          <p:cNvSpPr/>
          <p:nvPr/>
        </p:nvSpPr>
        <p:spPr>
          <a:xfrm>
            <a:off x="4862160" y="1904400"/>
            <a:ext cx="1531800" cy="1477800"/>
          </a:xfrm>
          <a:prstGeom prst="roundRect">
            <a:avLst>
              <a:gd name="adj" fmla="val 16667"/>
            </a:avLst>
          </a:prstGeom>
          <a:blipFill rotWithShape="0">
            <a:blip r:embed="rId4"/>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2" name="Image 8"/>
          <p:cNvSpPr/>
          <p:nvPr/>
        </p:nvSpPr>
        <p:spPr>
          <a:xfrm>
            <a:off x="6576840" y="1904400"/>
            <a:ext cx="1531800" cy="1477800"/>
          </a:xfrm>
          <a:prstGeom prst="roundRect">
            <a:avLst>
              <a:gd name="adj" fmla="val 16667"/>
            </a:avLst>
          </a:prstGeom>
          <a:blipFill rotWithShape="0">
            <a:blip r:embed="rId5"/>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3" name="Image 9"/>
          <p:cNvSpPr/>
          <p:nvPr/>
        </p:nvSpPr>
        <p:spPr>
          <a:xfrm>
            <a:off x="6576840" y="3504600"/>
            <a:ext cx="1531800" cy="1478880"/>
          </a:xfrm>
          <a:prstGeom prst="roundRect">
            <a:avLst>
              <a:gd name="adj" fmla="val 16667"/>
            </a:avLst>
          </a:prstGeom>
          <a:blipFill rotWithShape="0">
            <a:blip r:embed="rId6"/>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pic>
        <p:nvPicPr>
          <p:cNvPr id="94" name="Image 7"/>
          <p:cNvPicPr/>
          <p:nvPr/>
        </p:nvPicPr>
        <p:blipFill>
          <a:blip r:embed="rId7"/>
          <a:stretch/>
        </p:blipFill>
        <p:spPr>
          <a:xfrm>
            <a:off x="11353680" y="6346440"/>
            <a:ext cx="548280" cy="749520"/>
          </a:xfrm>
          <a:prstGeom prst="rect">
            <a:avLst/>
          </a:prstGeom>
          <a:noFill/>
          <a:ln w="0">
            <a:noFill/>
          </a:ln>
        </p:spPr>
      </p:pic>
      <p:sp>
        <p:nvSpPr>
          <p:cNvPr id="2" name="PlaceHolder 1"/>
          <p:cNvSpPr>
            <a:spLocks noGrp="1"/>
          </p:cNvSpPr>
          <p:nvPr>
            <p:ph type="sldNum" idx="27"/>
          </p:nvPr>
        </p:nvSpPr>
        <p:spPr/>
        <p:txBody>
          <a:bodyPr/>
          <a:p>
            <a:fld id="{78E8B2E9-23E2-457E-A9B9-6D734845E920}"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Rectangle 1"/>
          <p:cNvSpPr/>
          <p:nvPr/>
        </p:nvSpPr>
        <p:spPr>
          <a:xfrm>
            <a:off x="589320" y="356040"/>
            <a:ext cx="11314080" cy="193860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6000" b="0" u="none" strike="noStrike">
                <a:solidFill>
                  <a:schemeClr val="accent5"/>
                </a:solidFill>
                <a:effectLst/>
                <a:uFillTx/>
                <a:latin typeface="Times New Roman"/>
                <a:ea typeface="Times New Roman"/>
              </a:rPr>
              <a:t>Gestion Électronique de Documents</a:t>
            </a:r>
            <a:endParaRPr lang="fr-FR" sz="6000" b="0" u="none" strike="noStrike">
              <a:solidFill>
                <a:srgbClr val="000000"/>
              </a:solidFill>
              <a:effectLst/>
              <a:uFillTx/>
              <a:latin typeface="Arial"/>
            </a:endParaRPr>
          </a:p>
          <a:p>
            <a:pPr algn="ctr" defTabSz="914400">
              <a:lnSpc>
                <a:spcPct val="100000"/>
              </a:lnSpc>
            </a:pPr>
            <a:r>
              <a:rPr lang="fr-FR" sz="6000" b="0" u="none" strike="noStrike">
                <a:solidFill>
                  <a:schemeClr val="accent5"/>
                </a:solidFill>
                <a:effectLst/>
                <a:uFillTx/>
                <a:latin typeface="Times New Roman"/>
                <a:ea typeface="Times New Roman"/>
              </a:rPr>
              <a:t> (GED) pour la CMIM</a:t>
            </a:r>
            <a:endParaRPr lang="fr-FR" sz="6000" b="0" u="none" strike="noStrike">
              <a:solidFill>
                <a:srgbClr val="000000"/>
              </a:solidFill>
              <a:effectLst/>
              <a:uFillTx/>
              <a:latin typeface="Arial"/>
            </a:endParaRPr>
          </a:p>
        </p:txBody>
      </p:sp>
      <p:sp>
        <p:nvSpPr>
          <p:cNvPr id="96" name="Rectangle 2"/>
          <p:cNvSpPr/>
          <p:nvPr/>
        </p:nvSpPr>
        <p:spPr>
          <a:xfrm>
            <a:off x="188640" y="2690280"/>
            <a:ext cx="11872440" cy="15692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2400" b="0" u="none" strike="noStrike">
                <a:solidFill>
                  <a:schemeClr val="dk1"/>
                </a:solidFill>
                <a:effectLst/>
                <a:uFillTx/>
                <a:latin typeface="Times New Roman"/>
                <a:ea typeface="Times New Roman"/>
              </a:rPr>
              <a:t>La Gestion Électronique de Documents (GED) offre à la CMIM plusieurs avantages significatifs, notamment dans les processus de remboursement du dossier Maladie, l'élaboration des devis dentaires, la prise en charge de la maladie longue durée. Voici quelques-uns de ces avantages </a:t>
            </a:r>
            <a:endParaRPr lang="fr-FR" sz="2400" b="0" u="none" strike="noStrike">
              <a:solidFill>
                <a:srgbClr val="000000"/>
              </a:solidFill>
              <a:effectLst/>
              <a:uFillTx/>
              <a:latin typeface="Arial"/>
            </a:endParaRPr>
          </a:p>
        </p:txBody>
      </p:sp>
      <p:pic>
        <p:nvPicPr>
          <p:cNvPr id="97" name="Image 5"/>
          <p:cNvPicPr/>
          <p:nvPr/>
        </p:nvPicPr>
        <p:blipFill>
          <a:blip r:embed="rId1"/>
          <a:stretch/>
        </p:blipFill>
        <p:spPr>
          <a:xfrm>
            <a:off x="11262240" y="6356520"/>
            <a:ext cx="548280" cy="749520"/>
          </a:xfrm>
          <a:prstGeom prst="rect">
            <a:avLst/>
          </a:prstGeom>
          <a:noFill/>
          <a:ln w="0">
            <a:noFill/>
          </a:ln>
        </p:spPr>
      </p:pic>
      <p:sp>
        <p:nvSpPr>
          <p:cNvPr id="2" name="PlaceHolder 1"/>
          <p:cNvSpPr>
            <a:spLocks noGrp="1"/>
          </p:cNvSpPr>
          <p:nvPr>
            <p:ph type="sldNum" idx="27"/>
          </p:nvPr>
        </p:nvSpPr>
        <p:spPr/>
        <p:txBody>
          <a:bodyPr/>
          <a:p>
            <a:fld id="{F210CB07-784C-4142-9085-0433E52C8464}"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Rectangle 1"/>
          <p:cNvSpPr/>
          <p:nvPr/>
        </p:nvSpPr>
        <p:spPr>
          <a:xfrm>
            <a:off x="106200" y="172800"/>
            <a:ext cx="11693520" cy="541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7000"/>
              </a:lnSpc>
              <a:spcAft>
                <a:spcPts val="1500"/>
              </a:spcAft>
            </a:pPr>
            <a:endParaRPr lang="fr-FR" sz="1800" b="0" u="none" strike="noStrike">
              <a:solidFill>
                <a:srgbClr val="000000"/>
              </a:solidFill>
              <a:effectLst/>
              <a:uFillTx/>
              <a:latin typeface="Arial"/>
            </a:endParaRPr>
          </a:p>
          <a:p>
            <a:pPr marL="343080" indent="-343080" defTabSz="914400">
              <a:lnSpc>
                <a:spcPct val="107000"/>
              </a:lnSpc>
              <a:spcAft>
                <a:spcPts val="1500"/>
              </a:spcAft>
              <a:buClr>
                <a:srgbClr val="00B0F0"/>
              </a:buClr>
              <a:buFont typeface="Calibri Light"/>
              <a:buAutoNum type="arabicPeriod"/>
            </a:pPr>
            <a:r>
              <a:rPr lang="fr-FR" sz="2400" b="1" u="none" strike="noStrike">
                <a:solidFill>
                  <a:srgbClr val="00B0F0"/>
                </a:solidFill>
                <a:effectLst/>
                <a:uFillTx/>
                <a:latin typeface="Times New Roman"/>
                <a:ea typeface="Times New Roman"/>
              </a:rPr>
              <a:t>Facilitation et accélération des processus de remboursement : </a:t>
            </a:r>
            <a:r>
              <a:rPr lang="fr-FR" sz="1800" b="0" u="none" strike="noStrike">
                <a:solidFill>
                  <a:schemeClr val="dk1"/>
                </a:solidFill>
                <a:effectLst/>
                <a:uFillTx/>
                <a:latin typeface="Times New Roman"/>
                <a:ea typeface="Times New Roman"/>
              </a:rPr>
              <a:t>La GED permet de rationaliser et d'automatiser les flux de travail liés au traitement des demandes de remboursement, ce qui réduit les délais de traitement et améliore l'efficacité opérationnelle. Grâce à une gestion électronique des documents, les informations pertinentes sont accessibles instantanément, ce qui facilite la prise de décision et accélère la liquidation des dossiers.</a:t>
            </a:r>
            <a:endParaRPr lang="fr-FR" sz="1800" b="0" u="none" strike="noStrike">
              <a:solidFill>
                <a:srgbClr val="000000"/>
              </a:solidFill>
              <a:effectLst/>
              <a:uFillTx/>
              <a:latin typeface="Arial"/>
            </a:endParaRPr>
          </a:p>
          <a:p>
            <a:pPr marL="343080" indent="-343080" defTabSz="914400">
              <a:lnSpc>
                <a:spcPct val="107000"/>
              </a:lnSpc>
              <a:spcAft>
                <a:spcPts val="1500"/>
              </a:spcAft>
              <a:buClr>
                <a:srgbClr val="00B0F0"/>
              </a:buClr>
              <a:buFont typeface="Calibri Light"/>
              <a:buAutoNum type="arabicPeriod"/>
            </a:pPr>
            <a:r>
              <a:rPr lang="fr-FR" sz="2400" b="1" u="none" strike="noStrike">
                <a:solidFill>
                  <a:srgbClr val="00B0F0"/>
                </a:solidFill>
                <a:effectLst/>
                <a:uFillTx/>
                <a:latin typeface="Times New Roman"/>
                <a:ea typeface="Times New Roman"/>
              </a:rPr>
              <a:t>Automatisation des workflows et fluidification des échanges de documents : </a:t>
            </a:r>
            <a:r>
              <a:rPr lang="fr-FR" sz="1800" b="0" u="none" strike="noStrike">
                <a:solidFill>
                  <a:schemeClr val="dk1"/>
                </a:solidFill>
                <a:effectLst/>
                <a:uFillTx/>
                <a:latin typeface="Times New Roman"/>
                <a:ea typeface="Times New Roman"/>
              </a:rPr>
              <a:t>En intégrant la GED à ses processus, la CMIM peut automatiser la circulation des documents entre les différents services impliqués dans le traitement des dossiers. Cela permet de réduire les retards liés aux tâches manuelles, d'améliorer la traçabilité des documents et de garantir une meilleure coordination entre les équipes. Les flux de travail automatisés garantissent également la conformité aux procédures établies, ce qui contribue à une gestion plus efficace des dossiers.</a:t>
            </a:r>
            <a:endParaRPr lang="fr-FR" sz="1800" b="0" u="none" strike="noStrike">
              <a:solidFill>
                <a:srgbClr val="000000"/>
              </a:solidFill>
              <a:effectLst/>
              <a:uFillTx/>
              <a:latin typeface="Arial"/>
            </a:endParaRPr>
          </a:p>
          <a:p>
            <a:pPr marL="343080" indent="-343080" defTabSz="914400">
              <a:lnSpc>
                <a:spcPct val="107000"/>
              </a:lnSpc>
              <a:spcAft>
                <a:spcPts val="1500"/>
              </a:spcAft>
              <a:buClr>
                <a:srgbClr val="00B0F0"/>
              </a:buClr>
              <a:buFont typeface="Calibri Light"/>
              <a:buAutoNum type="arabicPeriod"/>
            </a:pPr>
            <a:r>
              <a:rPr lang="fr-FR" sz="2400" b="1" u="none" strike="noStrike">
                <a:solidFill>
                  <a:srgbClr val="00B0F0"/>
                </a:solidFill>
                <a:effectLst/>
                <a:uFillTx/>
                <a:latin typeface="Times New Roman"/>
                <a:ea typeface="Times New Roman"/>
              </a:rPr>
              <a:t>Accès mobile pour les médecins : </a:t>
            </a:r>
            <a:r>
              <a:rPr lang="fr-FR" sz="1800" b="0" u="none" strike="noStrike">
                <a:solidFill>
                  <a:schemeClr val="dk1"/>
                </a:solidFill>
                <a:effectLst/>
                <a:uFillTx/>
                <a:latin typeface="Times New Roman"/>
                <a:ea typeface="Times New Roman"/>
              </a:rPr>
              <a:t>En fournissant un accès via M-Files mobile, la CMIM offre aux médecins la possibilité de traiter les dossiers de manière simple et fluide, où qu'ils soient. Cela permet une meilleure collaboration entre les médecins et les équipes administratives, réduisant ainsi les délais de traitement et améliorant la qualité des décisions médicales. De plus, l'accès mobile permet une réactivité accrue, ce qui est essentiel dans le domaine des soins de santé.</a:t>
            </a:r>
            <a:endParaRPr lang="fr-FR" sz="1800" b="0" u="none" strike="noStrike">
              <a:solidFill>
                <a:srgbClr val="000000"/>
              </a:solidFill>
              <a:effectLst/>
              <a:uFillTx/>
              <a:latin typeface="Arial"/>
            </a:endParaRPr>
          </a:p>
        </p:txBody>
      </p:sp>
      <p:pic>
        <p:nvPicPr>
          <p:cNvPr id="99" name="Image 4"/>
          <p:cNvPicPr/>
          <p:nvPr/>
        </p:nvPicPr>
        <p:blipFill>
          <a:blip r:embed="rId1"/>
          <a:stretch/>
        </p:blipFill>
        <p:spPr>
          <a:xfrm>
            <a:off x="11353680" y="6356520"/>
            <a:ext cx="548280" cy="749520"/>
          </a:xfrm>
          <a:prstGeom prst="rect">
            <a:avLst/>
          </a:prstGeom>
          <a:noFill/>
          <a:ln w="0">
            <a:noFill/>
          </a:ln>
        </p:spPr>
      </p:pic>
      <p:sp>
        <p:nvSpPr>
          <p:cNvPr id="2" name="PlaceHolder 1"/>
          <p:cNvSpPr>
            <a:spLocks noGrp="1"/>
          </p:cNvSpPr>
          <p:nvPr>
            <p:ph type="sldNum" idx="27"/>
          </p:nvPr>
        </p:nvSpPr>
        <p:spPr/>
        <p:txBody>
          <a:bodyPr/>
          <a:p>
            <a:fld id="{A9BE0D57-6C7F-436A-A93D-21DD8AEA8BCE}"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0" name="Tableau 2"/>
          <p:cNvGraphicFramePr/>
          <p:nvPr/>
        </p:nvGraphicFramePr>
        <p:xfrm>
          <a:off x="248040" y="1714320"/>
          <a:ext cx="4009320" cy="3199320"/>
        </p:xfrm>
        <a:graphic>
          <a:graphicData uri="http://schemas.openxmlformats.org/drawingml/2006/table">
            <a:tbl>
              <a:tblPr/>
              <a:tblGrid>
                <a:gridCol w="873360"/>
                <a:gridCol w="1646640"/>
                <a:gridCol w="1489320"/>
              </a:tblGrid>
              <a:tr h="1045440">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Année</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Nombre de dossiers numérisés</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Nombre de pages numérisées</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368640">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2019</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353360</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1761634</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414000">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2020</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389680</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2026686</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342720">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2021</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460617</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2433062</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328320">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2022</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470833</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2465784</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257040">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2023</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474763</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b">
                      <a:noAutofit/>
                    </a:bodyPr>
                    <a:p>
                      <a:pPr algn="ctr" defTabSz="914400">
                        <a:lnSpc>
                          <a:spcPct val="100000"/>
                        </a:lnSpc>
                      </a:pPr>
                      <a:r>
                        <a:rPr lang="fr-FR" sz="1800" b="0" u="none" strike="noStrike">
                          <a:solidFill>
                            <a:schemeClr val="dk1"/>
                          </a:solidFill>
                          <a:effectLst/>
                          <a:uFillTx/>
                          <a:latin typeface="Times New Roman"/>
                        </a:rPr>
                        <a:t>2503167</a:t>
                      </a:r>
                      <a:endParaRPr lang="fr-FR" sz="1800" b="0" u="none" strike="noStrike">
                        <a:solidFill>
                          <a:srgbClr val="000000"/>
                        </a:solidFill>
                        <a:effectLst/>
                        <a:uFillTx/>
                        <a:latin typeface="Arial"/>
                      </a:endParaRPr>
                    </a:p>
                  </a:txBody>
                  <a:tcPr anchor="b"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r h="416160">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Total</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1674490</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c>
                  <a:txBody>
                    <a:bodyPr lIns="9360" tIns="9360" rIns="9360" bIns="0" anchor="ctr">
                      <a:noAutofit/>
                    </a:bodyPr>
                    <a:p>
                      <a:pPr algn="ctr" defTabSz="914400">
                        <a:lnSpc>
                          <a:spcPct val="100000"/>
                        </a:lnSpc>
                      </a:pPr>
                      <a:r>
                        <a:rPr lang="fr-FR" sz="1800" b="0" u="none" strike="noStrike">
                          <a:solidFill>
                            <a:schemeClr val="dk1"/>
                          </a:solidFill>
                          <a:effectLst/>
                          <a:uFillTx/>
                          <a:latin typeface="Times New Roman"/>
                        </a:rPr>
                        <a:t>8687166</a:t>
                      </a:r>
                      <a:endParaRPr lang="fr-FR" sz="1800" b="0" u="none" strike="noStrike">
                        <a:solidFill>
                          <a:srgbClr val="000000"/>
                        </a:solidFill>
                        <a:effectLst/>
                        <a:uFillTx/>
                        <a:latin typeface="Arial"/>
                      </a:endParaRPr>
                    </a:p>
                  </a:txBody>
                  <a:tcPr anchor="ctr" marL="9360" marR="9360" marT="9360" marB="0">
                    <a:lnL w="6480">
                      <a:solidFill>
                        <a:srgbClr val="4472C4"/>
                      </a:solidFill>
                      <a:prstDash val="solid"/>
                    </a:lnL>
                    <a:lnR w="6480">
                      <a:solidFill>
                        <a:srgbClr val="4472C4"/>
                      </a:solidFill>
                      <a:prstDash val="solid"/>
                    </a:lnR>
                    <a:lnT w="6480">
                      <a:solidFill>
                        <a:srgbClr val="4472C4"/>
                      </a:solidFill>
                      <a:prstDash val="solid"/>
                    </a:lnT>
                    <a:lnB w="6480">
                      <a:solidFill>
                        <a:srgbClr val="4472C4"/>
                      </a:solidFill>
                      <a:prstDash val="solid"/>
                    </a:lnB>
                    <a:solidFill>
                      <a:srgbClr val="9AABD9"/>
                    </a:solidFill>
                  </a:tcPr>
                </a:tc>
              </a:tr>
            </a:tbl>
          </a:graphicData>
        </a:graphic>
      </p:graphicFrame>
      <p:graphicFrame>
        <p:nvGraphicFramePr>
          <p:cNvPr id="101" name="Graphique 3"/>
          <p:cNvGraphicFramePr/>
          <p:nvPr/>
        </p:nvGraphicFramePr>
        <p:xfrm>
          <a:off x="4400640" y="1008360"/>
          <a:ext cx="7486200" cy="5206320"/>
        </p:xfrm>
        <a:graphic>
          <a:graphicData uri="http://schemas.openxmlformats.org/drawingml/2006/chart">
            <c:chart xmlns:c="http://schemas.openxmlformats.org/drawingml/2006/chart" xmlns:r="http://schemas.openxmlformats.org/officeDocument/2006/relationships" r:id="rId1"/>
          </a:graphicData>
        </a:graphic>
      </p:graphicFrame>
      <p:sp>
        <p:nvSpPr>
          <p:cNvPr id="102" name="Image 5"/>
          <p:cNvSpPr/>
          <p:nvPr/>
        </p:nvSpPr>
        <p:spPr>
          <a:xfrm>
            <a:off x="11353680" y="6356520"/>
            <a:ext cx="512280" cy="364680"/>
          </a:xfrm>
          <a:prstGeom prst="roundRect">
            <a:avLst>
              <a:gd name="adj" fmla="val 8594"/>
            </a:avLst>
          </a:prstGeom>
          <a:blipFill rotWithShape="0">
            <a:blip r:embed="rId2"/>
            <a:srcRect/>
            <a:stretch/>
          </a:blipFill>
          <a:ln w="0">
            <a:noFill/>
          </a:ln>
          <a:effectLst>
            <a:reflection algn="bl" blurRad="12700" dir="5400000" dist="5000" endPos="28000" rotWithShape="0" stA="38000" sy="-100000"/>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3" name="Rectangle 6"/>
          <p:cNvSpPr/>
          <p:nvPr/>
        </p:nvSpPr>
        <p:spPr>
          <a:xfrm>
            <a:off x="179280" y="6033240"/>
            <a:ext cx="1102788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800" b="1" u="none" strike="noStrike">
                <a:solidFill>
                  <a:srgbClr val="0D0D0D"/>
                </a:solidFill>
                <a:effectLst/>
                <a:uFillTx/>
                <a:latin typeface="Times New Roman"/>
              </a:rPr>
              <a:t>Croissance annuelle</a:t>
            </a:r>
            <a:r>
              <a:rPr lang="fr-FR" sz="1800" b="0" u="none" strike="noStrike">
                <a:solidFill>
                  <a:srgbClr val="0D0D0D"/>
                </a:solidFill>
                <a:effectLst/>
                <a:uFillTx/>
                <a:latin typeface="Times New Roman"/>
              </a:rPr>
              <a:t> :</a:t>
            </a:r>
            <a:endParaRPr lang="fr-FR" sz="1800" b="0" u="none" strike="noStrike">
              <a:solidFill>
                <a:srgbClr val="000000"/>
              </a:solidFill>
              <a:effectLst/>
              <a:uFillTx/>
              <a:latin typeface="Arial"/>
            </a:endParaRPr>
          </a:p>
          <a:p>
            <a:pPr marL="457200" defTabSz="914400">
              <a:lnSpc>
                <a:spcPct val="100000"/>
              </a:lnSpc>
            </a:pPr>
            <a:r>
              <a:rPr lang="fr-FR" sz="1800" b="0" u="none" strike="noStrike">
                <a:solidFill>
                  <a:srgbClr val="0D0D0D"/>
                </a:solidFill>
                <a:effectLst/>
                <a:uFillTx/>
                <a:latin typeface="Times New Roman"/>
              </a:rPr>
              <a:t>Une croissance générale est observée d'une année à l'autre dans le nombre de dossiers et de pages numérisés.</a:t>
            </a:r>
            <a:endParaRPr lang="fr-FR" sz="1800" b="0" u="none" strike="noStrike">
              <a:solidFill>
                <a:srgbClr val="000000"/>
              </a:solidFill>
              <a:effectLst/>
              <a:uFillTx/>
              <a:latin typeface="Arial"/>
            </a:endParaRPr>
          </a:p>
        </p:txBody>
      </p:sp>
      <p:sp>
        <p:nvSpPr>
          <p:cNvPr id="104" name="Rectangle 7"/>
          <p:cNvSpPr/>
          <p:nvPr/>
        </p:nvSpPr>
        <p:spPr>
          <a:xfrm>
            <a:off x="438480" y="0"/>
            <a:ext cx="11067120" cy="101520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6000" b="0" u="none" strike="noStrike">
                <a:solidFill>
                  <a:schemeClr val="accent5"/>
                </a:solidFill>
                <a:effectLst/>
                <a:uFillTx/>
                <a:latin typeface="Times New Roman"/>
                <a:ea typeface="Times New Roman"/>
              </a:rPr>
              <a:t>Evolution de</a:t>
            </a:r>
            <a:r>
              <a:rPr lang="fr-FR" sz="1679" b="0" u="none" strike="noStrike">
                <a:solidFill>
                  <a:srgbClr val="595959"/>
                </a:solidFill>
                <a:effectLst/>
                <a:uFillTx/>
                <a:latin typeface="Times New Roman"/>
                <a:ea typeface="Times New Roman"/>
              </a:rPr>
              <a:t> </a:t>
            </a:r>
            <a:r>
              <a:rPr lang="fr-FR" sz="6000" b="0" u="none" strike="noStrike">
                <a:solidFill>
                  <a:schemeClr val="accent5"/>
                </a:solidFill>
                <a:effectLst/>
                <a:uFillTx/>
                <a:latin typeface="Times New Roman"/>
                <a:ea typeface="Times New Roman"/>
              </a:rPr>
              <a:t>le production annuelle</a:t>
            </a:r>
            <a:endParaRPr lang="fr-FR" sz="6000" b="0" u="none" strike="noStrike">
              <a:solidFill>
                <a:srgbClr val="000000"/>
              </a:solidFill>
              <a:effectLst/>
              <a:uFillTx/>
              <a:latin typeface="Arial"/>
            </a:endParaRPr>
          </a:p>
        </p:txBody>
      </p:sp>
      <p:sp>
        <p:nvSpPr>
          <p:cNvPr id="2" name="PlaceHolder 1"/>
          <p:cNvSpPr>
            <a:spLocks noGrp="1"/>
          </p:cNvSpPr>
          <p:nvPr>
            <p:ph type="sldNum" idx="27"/>
          </p:nvPr>
        </p:nvSpPr>
        <p:spPr/>
        <p:txBody>
          <a:bodyPr/>
          <a:p>
            <a:fld id="{8DF62AAF-D99F-4C52-A5F7-8856589AD1FE}"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Rectangle 1"/>
          <p:cNvSpPr/>
          <p:nvPr/>
        </p:nvSpPr>
        <p:spPr>
          <a:xfrm>
            <a:off x="618480" y="619560"/>
            <a:ext cx="10945440" cy="3757320"/>
          </a:xfrm>
          <a:prstGeom prst="rect">
            <a:avLst/>
          </a:prstGeom>
          <a:noFill/>
          <a:ln w="0">
            <a:noFill/>
          </a:ln>
        </p:spPr>
        <p:style>
          <a:lnRef idx="0"/>
          <a:fillRef idx="0"/>
          <a:effectRef idx="0"/>
          <a:fontRef idx="minor"/>
        </p:style>
        <p:txBody>
          <a:bodyPr lIns="90000" tIns="45000" rIns="90000" bIns="45000" anchor="t">
            <a:spAutoFit/>
          </a:bodyPr>
          <a:p>
            <a:pPr defTabSz="914400">
              <a:lnSpc>
                <a:spcPct val="107000"/>
              </a:lnSpc>
              <a:spcBef>
                <a:spcPts val="1500"/>
              </a:spcBef>
              <a:spcAft>
                <a:spcPts val="499"/>
              </a:spcAft>
            </a:pPr>
            <a:r>
              <a:rPr lang="fr-FR" sz="2800" b="0" u="none" strike="noStrike">
                <a:solidFill>
                  <a:schemeClr val="dk1"/>
                </a:solidFill>
                <a:effectLst/>
                <a:uFillTx/>
                <a:latin typeface="Times New Roman"/>
                <a:ea typeface="Times New Roman"/>
              </a:rPr>
              <a:t>En résumé, la mise en œuvre de la GED au sein de la CMIM permet de répondre à des enjeux majeurs tels que la facilitation et l'accélération des processus de remboursement, l'automatisation des workflows et la fluidification des échanges de documents, ainsi que la fourniture d'un accès mobile pour les médecins. Ces avantages contribuent à améliorer l'efficacité opérationnelle, la qualité des services et la satisfaction des parties prenantes impliquées dans les processus de gestion des dossiers médicaux.</a:t>
            </a:r>
            <a:endParaRPr lang="fr-FR" sz="2800" b="0" u="none" strike="noStrike">
              <a:solidFill>
                <a:srgbClr val="000000"/>
              </a:solidFill>
              <a:effectLst/>
              <a:uFillTx/>
              <a:latin typeface="Arial"/>
            </a:endParaRPr>
          </a:p>
        </p:txBody>
      </p:sp>
      <p:sp>
        <p:nvSpPr>
          <p:cNvPr id="106" name="Image 4"/>
          <p:cNvSpPr/>
          <p:nvPr/>
        </p:nvSpPr>
        <p:spPr>
          <a:xfrm>
            <a:off x="11353680" y="6356520"/>
            <a:ext cx="512280" cy="364680"/>
          </a:xfrm>
          <a:prstGeom prst="roundRect">
            <a:avLst>
              <a:gd name="adj" fmla="val 8594"/>
            </a:avLst>
          </a:prstGeom>
          <a:blipFill rotWithShape="0">
            <a:blip r:embed="rId1"/>
            <a:srcRect/>
            <a:stretch/>
          </a:blipFill>
          <a:ln w="0">
            <a:noFill/>
          </a:ln>
          <a:effectLst>
            <a:reflection algn="bl" blurRad="12700" dir="5400000" dist="5000" endPos="28000" rotWithShape="0" stA="38000" sy="-100000"/>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 name="PlaceHolder 1"/>
          <p:cNvSpPr>
            <a:spLocks noGrp="1"/>
          </p:cNvSpPr>
          <p:nvPr>
            <p:ph type="sldNum" idx="27"/>
          </p:nvPr>
        </p:nvSpPr>
        <p:spPr/>
        <p:txBody>
          <a:bodyPr/>
          <a:p>
            <a:fld id="{E784FAFC-7E9E-44E5-B059-834DCAB4F920}" type="slidenum">
              <a:t>10</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Thèm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574</TotalTime>
  <Application>LibreOffice/26.2.5.2$Windows_X86_64 LibreOffice_project/cd7284b4cbbfeb507e630c1aac019f4157393acb</Application>
  <AppVersion>15.0000</AppVersion>
  <Words>898</Words>
  <Paragraphs>74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2024-05-08T11:24:40Z</dcterms:created>
  <dc:creator>CMIM-INDEXATION</dc:creator>
  <dc:description/>
  <dc:language>fr-FR</dc:language>
  <cp:lastModifiedBy/>
  <dcterms:modified xsi:type="dcterms:W3CDTF">2026-08-10T15:57:15Z</dcterms:modified>
  <cp:revision>26</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Grand écran</vt:lpwstr>
  </property>
  <property fmtid="{D5CDD505-2E9C-101B-9397-08002B2CF9AE}" pid="4" name="Slides">
    <vt:i4>10</vt:i4>
  </property>
</Properties>
</file>